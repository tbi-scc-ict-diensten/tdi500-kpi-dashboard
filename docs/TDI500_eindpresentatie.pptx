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heme/theme3.xml" ContentType="application/vnd.openxmlformats-officedocument.them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2" r:id="rId5"/>
  </p:sldMasterIdLst>
  <p:notesMasterIdLst>
    <p:notesMasterId r:id="rId17"/>
  </p:notesMasterIdLst>
  <p:sldIdLst>
    <p:sldId id="346" r:id="rId6"/>
    <p:sldId id="347" r:id="rId7"/>
    <p:sldId id="257" r:id="rId8"/>
    <p:sldId id="348" r:id="rId9"/>
    <p:sldId id="349" r:id="rId10"/>
    <p:sldId id="350" r:id="rId11"/>
    <p:sldId id="351" r:id="rId12"/>
    <p:sldId id="352" r:id="rId13"/>
    <p:sldId id="354" r:id="rId14"/>
    <p:sldId id="353" r:id="rId15"/>
    <p:sldId id="262" r:id="rId1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A70"/>
    <a:srgbClr val="0093D0"/>
    <a:srgbClr val="00B5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427224-0BC3-4A8D-B9A8-029C93F55799}" v="29" dt="2026-02-11T09:32:12.1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0463" autoAdjust="0"/>
  </p:normalViewPr>
  <p:slideViewPr>
    <p:cSldViewPr snapToGrid="0">
      <p:cViewPr varScale="1">
        <p:scale>
          <a:sx n="97" d="100"/>
          <a:sy n="97" d="100"/>
        </p:scale>
        <p:origin x="192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yjudy, Marvel" userId="82be96a0-1d59-4b56-bbc2-3ccf9175def2" providerId="ADAL" clId="{34EB9736-9060-4128-993F-B216EF8D60F4}"/>
    <pc:docChg chg="undo custSel modSld">
      <pc:chgData name="Tiyjudy, Marvel" userId="82be96a0-1d59-4b56-bbc2-3ccf9175def2" providerId="ADAL" clId="{34EB9736-9060-4128-993F-B216EF8D60F4}" dt="2026-02-11T09:32:30.550" v="284" actId="26606"/>
      <pc:docMkLst>
        <pc:docMk/>
      </pc:docMkLst>
      <pc:sldChg chg="modSp mod">
        <pc:chgData name="Tiyjudy, Marvel" userId="82be96a0-1d59-4b56-bbc2-3ccf9175def2" providerId="ADAL" clId="{34EB9736-9060-4128-993F-B216EF8D60F4}" dt="2026-02-11T09:13:37.641" v="26"/>
        <pc:sldMkLst>
          <pc:docMk/>
          <pc:sldMk cId="3538862390" sldId="348"/>
        </pc:sldMkLst>
        <pc:graphicFrameChg chg="mod modGraphic">
          <ac:chgData name="Tiyjudy, Marvel" userId="82be96a0-1d59-4b56-bbc2-3ccf9175def2" providerId="ADAL" clId="{34EB9736-9060-4128-993F-B216EF8D60F4}" dt="2026-02-11T09:13:37.641" v="26"/>
          <ac:graphicFrameMkLst>
            <pc:docMk/>
            <pc:sldMk cId="3538862390" sldId="348"/>
            <ac:graphicFrameMk id="7" creationId="{015CD297-6793-7AF2-C9EA-F49BAB3D321C}"/>
          </ac:graphicFrameMkLst>
        </pc:graphicFrameChg>
      </pc:sldChg>
      <pc:sldChg chg="addSp delSp modSp mod modNotesTx">
        <pc:chgData name="Tiyjudy, Marvel" userId="82be96a0-1d59-4b56-bbc2-3ccf9175def2" providerId="ADAL" clId="{34EB9736-9060-4128-993F-B216EF8D60F4}" dt="2026-02-11T09:20:10.451" v="33"/>
        <pc:sldMkLst>
          <pc:docMk/>
          <pc:sldMk cId="53094427" sldId="349"/>
        </pc:sldMkLst>
        <pc:spChg chg="mod">
          <ac:chgData name="Tiyjudy, Marvel" userId="82be96a0-1d59-4b56-bbc2-3ccf9175def2" providerId="ADAL" clId="{34EB9736-9060-4128-993F-B216EF8D60F4}" dt="2026-02-11T09:15:58.919" v="27" actId="26606"/>
          <ac:spMkLst>
            <pc:docMk/>
            <pc:sldMk cId="53094427" sldId="349"/>
            <ac:spMk id="2" creationId="{11B9B727-868D-19B3-AE56-FDB193470381}"/>
          </ac:spMkLst>
        </pc:spChg>
        <pc:spChg chg="del">
          <ac:chgData name="Tiyjudy, Marvel" userId="82be96a0-1d59-4b56-bbc2-3ccf9175def2" providerId="ADAL" clId="{34EB9736-9060-4128-993F-B216EF8D60F4}" dt="2026-02-11T09:15:58.919" v="27" actId="26606"/>
          <ac:spMkLst>
            <pc:docMk/>
            <pc:sldMk cId="53094427" sldId="349"/>
            <ac:spMk id="3" creationId="{D013E9EF-DAB5-598D-B96A-9D2CB8D7B021}"/>
          </ac:spMkLst>
        </pc:spChg>
        <pc:graphicFrameChg chg="add mod">
          <ac:chgData name="Tiyjudy, Marvel" userId="82be96a0-1d59-4b56-bbc2-3ccf9175def2" providerId="ADAL" clId="{34EB9736-9060-4128-993F-B216EF8D60F4}" dt="2026-02-11T09:18:55.413" v="32" actId="2085"/>
          <ac:graphicFrameMkLst>
            <pc:docMk/>
            <pc:sldMk cId="53094427" sldId="349"/>
            <ac:graphicFrameMk id="5" creationId="{835EB8FF-2F92-D434-E441-104190F1C540}"/>
          </ac:graphicFrameMkLst>
        </pc:graphicFrameChg>
      </pc:sldChg>
      <pc:sldChg chg="addSp delSp modSp mod modNotesTx">
        <pc:chgData name="Tiyjudy, Marvel" userId="82be96a0-1d59-4b56-bbc2-3ccf9175def2" providerId="ADAL" clId="{34EB9736-9060-4128-993F-B216EF8D60F4}" dt="2026-02-11T09:24:41.991" v="78"/>
        <pc:sldMkLst>
          <pc:docMk/>
          <pc:sldMk cId="2155252606" sldId="350"/>
        </pc:sldMkLst>
        <pc:spChg chg="mod">
          <ac:chgData name="Tiyjudy, Marvel" userId="82be96a0-1d59-4b56-bbc2-3ccf9175def2" providerId="ADAL" clId="{34EB9736-9060-4128-993F-B216EF8D60F4}" dt="2026-02-11T09:23:24.440" v="76" actId="26606"/>
          <ac:spMkLst>
            <pc:docMk/>
            <pc:sldMk cId="2155252606" sldId="350"/>
            <ac:spMk id="2" creationId="{A09D45B4-8827-6571-065F-3D47756C587B}"/>
          </ac:spMkLst>
        </pc:spChg>
        <pc:spChg chg="del mod">
          <ac:chgData name="Tiyjudy, Marvel" userId="82be96a0-1d59-4b56-bbc2-3ccf9175def2" providerId="ADAL" clId="{34EB9736-9060-4128-993F-B216EF8D60F4}" dt="2026-02-11T09:23:24.440" v="76" actId="26606"/>
          <ac:spMkLst>
            <pc:docMk/>
            <pc:sldMk cId="2155252606" sldId="350"/>
            <ac:spMk id="3" creationId="{99A2750B-D3A4-F4DD-C73C-B79DF77BBCBB}"/>
          </ac:spMkLst>
        </pc:spChg>
        <pc:graphicFrameChg chg="add mod modGraphic">
          <ac:chgData name="Tiyjudy, Marvel" userId="82be96a0-1d59-4b56-bbc2-3ccf9175def2" providerId="ADAL" clId="{34EB9736-9060-4128-993F-B216EF8D60F4}" dt="2026-02-11T09:23:30.923" v="77" actId="26606"/>
          <ac:graphicFrameMkLst>
            <pc:docMk/>
            <pc:sldMk cId="2155252606" sldId="350"/>
            <ac:graphicFrameMk id="5" creationId="{180C6D32-0268-6759-4D05-BC0967F985DD}"/>
          </ac:graphicFrameMkLst>
        </pc:graphicFrameChg>
      </pc:sldChg>
      <pc:sldChg chg="addSp delSp modSp mod modNotesTx">
        <pc:chgData name="Tiyjudy, Marvel" userId="82be96a0-1d59-4b56-bbc2-3ccf9175def2" providerId="ADAL" clId="{34EB9736-9060-4128-993F-B216EF8D60F4}" dt="2026-02-11T09:28:56.330" v="184" actId="26606"/>
        <pc:sldMkLst>
          <pc:docMk/>
          <pc:sldMk cId="2261811524" sldId="351"/>
        </pc:sldMkLst>
        <pc:spChg chg="mod">
          <ac:chgData name="Tiyjudy, Marvel" userId="82be96a0-1d59-4b56-bbc2-3ccf9175def2" providerId="ADAL" clId="{34EB9736-9060-4128-993F-B216EF8D60F4}" dt="2026-02-11T09:28:43.338" v="181" actId="26606"/>
          <ac:spMkLst>
            <pc:docMk/>
            <pc:sldMk cId="2261811524" sldId="351"/>
            <ac:spMk id="2" creationId="{46AB4431-E975-F126-1F41-0A209570E282}"/>
          </ac:spMkLst>
        </pc:spChg>
        <pc:spChg chg="del mod">
          <ac:chgData name="Tiyjudy, Marvel" userId="82be96a0-1d59-4b56-bbc2-3ccf9175def2" providerId="ADAL" clId="{34EB9736-9060-4128-993F-B216EF8D60F4}" dt="2026-02-11T09:28:43.338" v="181" actId="26606"/>
          <ac:spMkLst>
            <pc:docMk/>
            <pc:sldMk cId="2261811524" sldId="351"/>
            <ac:spMk id="3" creationId="{9968DC75-44B4-08C6-732E-E1306675774B}"/>
          </ac:spMkLst>
        </pc:spChg>
        <pc:graphicFrameChg chg="add mod modGraphic">
          <ac:chgData name="Tiyjudy, Marvel" userId="82be96a0-1d59-4b56-bbc2-3ccf9175def2" providerId="ADAL" clId="{34EB9736-9060-4128-993F-B216EF8D60F4}" dt="2026-02-11T09:28:56.330" v="184" actId="26606"/>
          <ac:graphicFrameMkLst>
            <pc:docMk/>
            <pc:sldMk cId="2261811524" sldId="351"/>
            <ac:graphicFrameMk id="5" creationId="{FA069FC8-2730-30EA-E929-AA3F9D6D30A0}"/>
          </ac:graphicFrameMkLst>
        </pc:graphicFrameChg>
      </pc:sldChg>
      <pc:sldChg chg="addSp delSp modSp mod modNotesTx">
        <pc:chgData name="Tiyjudy, Marvel" userId="82be96a0-1d59-4b56-bbc2-3ccf9175def2" providerId="ADAL" clId="{34EB9736-9060-4128-993F-B216EF8D60F4}" dt="2026-02-11T09:32:12.173" v="283" actId="113"/>
        <pc:sldMkLst>
          <pc:docMk/>
          <pc:sldMk cId="3585509607" sldId="352"/>
        </pc:sldMkLst>
        <pc:spChg chg="mod">
          <ac:chgData name="Tiyjudy, Marvel" userId="82be96a0-1d59-4b56-bbc2-3ccf9175def2" providerId="ADAL" clId="{34EB9736-9060-4128-993F-B216EF8D60F4}" dt="2026-02-11T09:31:18.669" v="272" actId="26606"/>
          <ac:spMkLst>
            <pc:docMk/>
            <pc:sldMk cId="3585509607" sldId="352"/>
            <ac:spMk id="2" creationId="{7E5D0114-B685-F344-E674-94E4A0E9DABA}"/>
          </ac:spMkLst>
        </pc:spChg>
        <pc:spChg chg="del mod">
          <ac:chgData name="Tiyjudy, Marvel" userId="82be96a0-1d59-4b56-bbc2-3ccf9175def2" providerId="ADAL" clId="{34EB9736-9060-4128-993F-B216EF8D60F4}" dt="2026-02-11T09:31:18.669" v="272" actId="26606"/>
          <ac:spMkLst>
            <pc:docMk/>
            <pc:sldMk cId="3585509607" sldId="352"/>
            <ac:spMk id="3" creationId="{5833167D-2190-DA05-C4E4-842914892E09}"/>
          </ac:spMkLst>
        </pc:spChg>
        <pc:graphicFrameChg chg="add mod modGraphic">
          <ac:chgData name="Tiyjudy, Marvel" userId="82be96a0-1d59-4b56-bbc2-3ccf9175def2" providerId="ADAL" clId="{34EB9736-9060-4128-993F-B216EF8D60F4}" dt="2026-02-11T09:32:12.173" v="283" actId="113"/>
          <ac:graphicFrameMkLst>
            <pc:docMk/>
            <pc:sldMk cId="3585509607" sldId="352"/>
            <ac:graphicFrameMk id="5" creationId="{ACA9E8A2-675C-85CA-BCC5-33CEE8CD5EB4}"/>
          </ac:graphicFrameMkLst>
        </pc:graphicFrameChg>
      </pc:sldChg>
      <pc:sldChg chg="addSp delSp modSp mod">
        <pc:chgData name="Tiyjudy, Marvel" userId="82be96a0-1d59-4b56-bbc2-3ccf9175def2" providerId="ADAL" clId="{34EB9736-9060-4128-993F-B216EF8D60F4}" dt="2026-02-11T09:32:30.550" v="284" actId="26606"/>
        <pc:sldMkLst>
          <pc:docMk/>
          <pc:sldMk cId="980437286" sldId="353"/>
        </pc:sldMkLst>
        <pc:spChg chg="mod">
          <ac:chgData name="Tiyjudy, Marvel" userId="82be96a0-1d59-4b56-bbc2-3ccf9175def2" providerId="ADAL" clId="{34EB9736-9060-4128-993F-B216EF8D60F4}" dt="2026-02-11T09:32:30.550" v="284" actId="26606"/>
          <ac:spMkLst>
            <pc:docMk/>
            <pc:sldMk cId="980437286" sldId="353"/>
            <ac:spMk id="2" creationId="{FACFE7CB-6C31-A684-7B0D-1A8C86B130D1}"/>
          </ac:spMkLst>
        </pc:spChg>
        <pc:spChg chg="del">
          <ac:chgData name="Tiyjudy, Marvel" userId="82be96a0-1d59-4b56-bbc2-3ccf9175def2" providerId="ADAL" clId="{34EB9736-9060-4128-993F-B216EF8D60F4}" dt="2026-02-11T09:32:30.550" v="284" actId="26606"/>
          <ac:spMkLst>
            <pc:docMk/>
            <pc:sldMk cId="980437286" sldId="353"/>
            <ac:spMk id="3" creationId="{EB45B234-8020-0C6C-3DEA-4FAC0F7C96A3}"/>
          </ac:spMkLst>
        </pc:spChg>
        <pc:graphicFrameChg chg="add">
          <ac:chgData name="Tiyjudy, Marvel" userId="82be96a0-1d59-4b56-bbc2-3ccf9175def2" providerId="ADAL" clId="{34EB9736-9060-4128-993F-B216EF8D60F4}" dt="2026-02-11T09:32:30.550" v="284" actId="26606"/>
          <ac:graphicFrameMkLst>
            <pc:docMk/>
            <pc:sldMk cId="980437286" sldId="353"/>
            <ac:graphicFrameMk id="5" creationId="{130D2050-450E-7BEA-F5D5-296F81AC4A0E}"/>
          </ac:graphicFrameMkLst>
        </pc:graphicFrameChg>
      </pc:sldChg>
    </pc:docChg>
  </pc:docChgLst>
</pc:chgInfo>
</file>

<file path=ppt/diagrams/_rels/data2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ata3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4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5.xml.rels><?xml version="1.0" encoding="UTF-8"?>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6.xml.rels><?xml version="1.0" encoding="UTF-8"?>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31.svg"/></Relationships>
</file>

<file path=ppt/diagrams/_rels/data7.xml.rels><?xml version="1.0" encoding="UTF-8"?>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2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3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4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5.xml.rels><?xml version="1.0" encoding="UTF-8"?>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6.xml.rels><?xml version="1.0" encoding="UTF-8"?>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31.svg"/></Relationships>
</file>

<file path=ppt/diagrams/_rels/drawing7.xml.rels><?xml version="1.0" encoding="UTF-8"?>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02E107-3D73-4EF5-9895-C87D5D8DFF8E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 xml:space="preserve">
        <a:bodyPr/>
        <a:lstStyle/>
        <a:p>
          <a:endParaRPr lang="nl-NL"/>
        </a:p>
      </dgm:t>
    </dgm:pt>
    <dgm:pt modelId="{6991D6BF-3885-4B4D-9250-542D290C677A}">
      <dgm:prSet phldrT="[Tekst]" phldr="0" custT="1"/>
      <dgm:spPr/>
      <dgm:t xml:space="preserve">
        <a:bodyPr/>
        <a:lstStyle/>
        <a:p>
          <a:r>
            <a:rPr lang="nl-NL" sz="2800" dirty="0"/>
            <a:t>TDI 500</a:t>
          </a:r>
        </a:p>
        <a:p>
          <a:r>
            <a:rPr lang="nl-NL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 xml:space="preserve"/>
          </a:r>
          <a:r>
            <a:rPr lang="nl-NL" sz="24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Het probleem</a:t>
          </a:r>
          <a:r>
            <a:rPr lang="nl-NL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</a:p>
      </dgm:t>
    </dgm:pt>
    <dgm:pt modelId="{B0A035A9-4CF2-44B5-8EF7-A5C79CDBF2C7}" type="parTrans" cxnId="{F4047377-7D57-4498-9704-DBDC70E69C2C}">
      <dgm:prSet/>
      <dgm:spPr/>
      <dgm:t xml:space="preserve">
        <a:bodyPr/>
        <a:lstStyle/>
        <a:p>
          <a:endParaRPr lang="nl-NL"/>
        </a:p>
      </dgm:t>
    </dgm:pt>
    <dgm:pt modelId="{C8907E0A-5B68-4CFA-BA85-8F247A1F2F14}" type="sibTrans" cxnId="{F4047377-7D57-4498-9704-DBDC70E69C2C}">
      <dgm:prSet/>
      <dgm:spPr/>
      <dgm:t xml:space="preserve">
        <a:bodyPr/>
        <a:lstStyle/>
        <a:p>
          <a:endParaRPr lang="nl-NL"/>
        </a:p>
      </dgm:t>
    </dgm:pt>
    <dgm:pt modelId="{24FA4128-FECC-49D1-8B9E-169842C2811C}">
      <dgm:prSet phldrT="[Tekst]" phldr="0" custT="1"/>
      <dgm:spPr/>
      <dgm:t xml:space="preserve">
        <a:bodyPr/>
        <a:lstStyle/>
        <a:p>
          <a:r>
            <a:rPr lang="nl-NL" sz="1800" dirty="0"/>
            <a:t>Installaties één voor één beoordelen schaalt niet naar 500/dag.</a:t>
          </a:r>
          <a:br>
            <a:rPr lang="nl-NL" sz="1800" dirty="0"/>
          </a:br>
          <a:br>
            <a:rPr lang="nl-NL" sz="1800" dirty="0"/>
          </a:br>
          <a:r>
            <a:rPr lang="nl-NL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 xml:space="preserve"/>
          </a:r>
          <a:r>
            <a:rPr lang="nl-NL" sz="24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r>
            <a:rPr lang="nl-NL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endParaRPr lang="nl-NL" sz="2400" dirty="0"/>
        </a:p>
      </dgm:t>
    </dgm:pt>
    <dgm:pt modelId="{A6D6F610-5BB3-457E-A640-33059107BDC4}" type="parTrans" cxnId="{BE2F5126-FE83-44C7-BD9B-29E9C14FBE7C}">
      <dgm:prSet/>
      <dgm:spPr/>
      <dgm:t xml:space="preserve">
        <a:bodyPr/>
        <a:lstStyle/>
        <a:p>
          <a:endParaRPr lang="nl-NL"/>
        </a:p>
      </dgm:t>
    </dgm:pt>
    <dgm:pt modelId="{1F13E540-9C8F-44BA-884D-6301F361CE66}" type="sibTrans" cxnId="{BE2F5126-FE83-44C7-BD9B-29E9C14FBE7C}">
      <dgm:prSet/>
      <dgm:spPr/>
      <dgm:t xml:space="preserve">
        <a:bodyPr/>
        <a:lstStyle/>
        <a:p>
          <a:endParaRPr lang="nl-NL"/>
        </a:p>
      </dgm:t>
    </dgm:pt>
    <dgm:pt modelId="{B9A9F338-DFD5-4D9B-ABE3-C1341CCBF3A8}">
      <dgm:prSet phldrT="[Tekst]" phldr="0" custT="1"/>
      <dgm:spPr/>
      <dgm:t xml:space="preserve">
        <a:bodyPr/>
        <a:lstStyle/>
        <a:p>
          <a:r>
            <a:rPr lang="nl-NL" sz="1800" dirty="0"/>
            <a:t>Werken met contingenten: groepen vergelijkbare woningen, gescoord per kruisprofiel.</a:t>
          </a:r>
        </a:p>
      </dgm:t>
    </dgm:pt>
    <dgm:pt modelId="{E1422D42-8BE2-457C-8020-3CBC42FDB55E}" type="parTrans" cxnId="{8D886A2D-5E85-4093-AC89-69AED3418EE2}">
      <dgm:prSet/>
      <dgm:spPr/>
      <dgm:t xml:space="preserve">
        <a:bodyPr/>
        <a:lstStyle/>
        <a:p>
          <a:endParaRPr lang="nl-NL"/>
        </a:p>
      </dgm:t>
    </dgm:pt>
    <dgm:pt modelId="{81005397-7FE9-43EA-80B4-B4D5CF094934}" type="sibTrans" cxnId="{8D886A2D-5E85-4093-AC89-69AED3418EE2}">
      <dgm:prSet/>
      <dgm:spPr/>
      <dgm:t xml:space="preserve">
        <a:bodyPr/>
        <a:lstStyle/>
        <a:p>
          <a:endParaRPr lang="nl-NL"/>
        </a:p>
      </dgm:t>
    </dgm:pt>
    <dgm:pt modelId="{3DC9D7CC-FDF5-435B-BB49-FE1073DDFF54}">
      <dgm:prSet phldrT="[Tekst]" phldr="0" custT="1"/>
      <dgm:spPr/>
      <dgm:t xml:space="preserve">
        <a:bodyPr/>
        <a:lstStyle/>
        <a:p>
          <a:r>
            <a:rPr lang="nl-NL" sz="2800" dirty="0"/>
            <a:t xml:space="preserve"/>
          </a:r>
          <a:r>
            <a:rPr lang="nl-NL" sz="2800" dirty="0" err="1"/>
            <a:t>Het doel</a:t>
          </a:r>
          <a:r>
            <a:rPr lang="nl-NL" sz="2800" dirty="0"/>
            <a:t xml:space="preserve"> </a:t>
          </a:r>
        </a:p>
      </dgm:t>
    </dgm:pt>
    <dgm:pt modelId="{F0FB2613-BBF0-491F-B179-4ADA1E5417FA}" type="parTrans" cxnId="{1CCAD249-D49F-4CA5-B058-2CF83ED6C620}">
      <dgm:prSet/>
      <dgm:spPr/>
      <dgm:t xml:space="preserve">
        <a:bodyPr/>
        <a:lstStyle/>
        <a:p>
          <a:endParaRPr lang="nl-NL"/>
        </a:p>
      </dgm:t>
    </dgm:pt>
    <dgm:pt modelId="{56E8659F-0CB8-48CF-A0D3-D98E5F3802F3}" type="sibTrans" cxnId="{1CCAD249-D49F-4CA5-B058-2CF83ED6C620}">
      <dgm:prSet/>
      <dgm:spPr/>
      <dgm:t xml:space="preserve">
        <a:bodyPr/>
        <a:lstStyle/>
        <a:p>
          <a:endParaRPr lang="nl-NL"/>
        </a:p>
      </dgm:t>
    </dgm:pt>
    <dgm:pt modelId="{3B51FCB3-AD18-425C-910C-599526E39FE2}">
      <dgm:prSet phldrT="[Tekst]" phldr="0" custT="1"/>
      <dgm:spPr/>
      <dgm:t xml:space="preserve">
        <a:bodyPr/>
        <a:lstStyle/>
        <a:p>
          <a:r>
            <a:rPr lang="nl-NL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500/dag:</a:t>
          </a:r>
          <a:br>
            <a:rPr lang="nl-NL" sz="4400" dirty="0"/>
          </a:br>
          <a:r>
            <a:rPr lang="nl-NL" sz="1800" dirty="0"/>
            <a:t>Versnellen van warmtepomp-installaties naar 500 per dag.</a:t>
          </a:r>
        </a:p>
      </dgm:t>
    </dgm:pt>
    <dgm:pt modelId="{AD3E4BB7-A6F5-4EA0-B191-9F05D274AC30}" type="parTrans" cxnId="{89FA2E35-4750-4BA0-B7E6-7856BF01D887}">
      <dgm:prSet/>
      <dgm:spPr/>
      <dgm:t xml:space="preserve">
        <a:bodyPr/>
        <a:lstStyle/>
        <a:p>
          <a:endParaRPr lang="nl-NL"/>
        </a:p>
      </dgm:t>
    </dgm:pt>
    <dgm:pt modelId="{72E9AD3D-A93C-4FA4-BA86-23EBA11E37C7}" type="sibTrans" cxnId="{89FA2E35-4750-4BA0-B7E6-7856BF01D887}">
      <dgm:prSet/>
      <dgm:spPr/>
      <dgm:t xml:space="preserve">
        <a:bodyPr/>
        <a:lstStyle/>
        <a:p>
          <a:endParaRPr lang="nl-NL"/>
        </a:p>
      </dgm:t>
    </dgm:pt>
    <dgm:pt modelId="{7024E847-D8ED-4478-B939-BEB1E43D242F}">
      <dgm:prSet phldrT="[Tekst]" phldr="0" custT="1"/>
      <dgm:spPr/>
      <dgm:t xml:space="preserve">
        <a:bodyPr/>
        <a:lstStyle/>
        <a:p>
          <a:r>
            <a:rPr lang="nl-NL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Databron:</a:t>
          </a:r>
          <a:br>
            <a:rPr lang="nl-NL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nl-NL" sz="1800" b="0" dirty="0">
              <a:effectLst/>
            </a:rPr>
            <a:t>Hupie API (SPARQL) met HCO/SAREF-ontologie van TNO.</a:t>
          </a:r>
          <a:endParaRPr lang="nl-NL" sz="1800" dirty="0"/>
        </a:p>
      </dgm:t>
    </dgm:pt>
    <dgm:pt modelId="{A4D3FC70-F394-43A2-89BB-DD9949C4FBEB}" type="parTrans" cxnId="{2FE76A60-DBE3-480A-B95C-1E22C98D0585}">
      <dgm:prSet/>
      <dgm:spPr/>
    </dgm:pt>
    <dgm:pt modelId="{92968998-D247-42FE-B662-70BF971031BE}" type="sibTrans" cxnId="{2FE76A60-DBE3-480A-B95C-1E22C98D0585}">
      <dgm:prSet/>
      <dgm:spPr/>
    </dgm:pt>
    <dgm:pt modelId="{79BB948D-37CD-4AFA-8FDF-80F8A0E7E4A2}">
      <dgm:prSet phldrT="[Tekst]" phldr="0" custT="1"/>
      <dgm:spPr/>
      <dgm:t xml:space="preserve">
        <a:bodyPr/>
        <a:lstStyle/>
        <a:p>
          <a:r>
            <a:rPr lang="nl-NL" sz="24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Resultaat</a:t>
          </a:r>
          <a:r>
            <a:rPr lang="nl-NL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:</a:t>
          </a:r>
          <a:br>
            <a:rPr lang="nl-NL" sz="1800" dirty="0"/>
          </a:br>
          <a:r>
            <a:rPr lang="nl-NL" sz="1800" dirty="0"/>
            <a:t>Per contingent een data-gedreven installatie</a:t>
          </a:r>
          <a:r>
            <a:rPr lang="nl-NL" sz="1800" dirty="0" err="1"/>
            <a:t>advies</a:t>
          </a:r>
          <a:r>
            <a:rPr lang="nl-NL" sz="1800" dirty="0"/>
            <a:t>.</a:t>
          </a:r>
          <a:br>
            <a:rPr lang="nl-NL" sz="1800" dirty="0"/>
          </a:br>
          <a:endParaRPr lang="nl-NL" sz="1800" dirty="0"/>
        </a:p>
      </dgm:t>
    </dgm:pt>
    <dgm:pt modelId="{58D826CF-0333-46B8-9882-0671B89B851D}" type="parTrans" cxnId="{B198C222-7BF9-4E7C-8F67-5FDEC7894857}">
      <dgm:prSet/>
      <dgm:spPr/>
    </dgm:pt>
    <dgm:pt modelId="{F17E1FED-EF93-40C5-AB1B-7C0EA3D030A3}" type="sibTrans" cxnId="{B198C222-7BF9-4E7C-8F67-5FDEC7894857}">
      <dgm:prSet/>
      <dgm:spPr/>
    </dgm:pt>
    <dgm:pt modelId="{4CA465C6-AC38-4C52-B2DC-FBFACE53913B}" type="pres">
      <dgm:prSet presAssocID="{2E02E107-3D73-4EF5-9895-C87D5D8DFF8E}" presName="Name0" presStyleCnt="0">
        <dgm:presLayoutVars>
          <dgm:dir/>
          <dgm:resizeHandles val="exact"/>
        </dgm:presLayoutVars>
      </dgm:prSet>
      <dgm:spPr/>
    </dgm:pt>
    <dgm:pt modelId="{160FEE4E-E408-4AE6-B789-A1ABC66CFC40}" type="pres">
      <dgm:prSet presAssocID="{6991D6BF-3885-4B4D-9250-542D290C677A}" presName="node" presStyleLbl="node1" presStyleIdx="0" presStyleCnt="2" custLinFactNeighborX="-8855" custLinFactNeighborY="1429">
        <dgm:presLayoutVars>
          <dgm:bulletEnabled val="1"/>
        </dgm:presLayoutVars>
      </dgm:prSet>
      <dgm:spPr/>
    </dgm:pt>
    <dgm:pt modelId="{4420F323-605E-403D-96ED-1D62A3881D74}" type="pres">
      <dgm:prSet presAssocID="{C8907E0A-5B68-4CFA-BA85-8F247A1F2F14}" presName="sibTrans" presStyleCnt="0"/>
      <dgm:spPr/>
    </dgm:pt>
    <dgm:pt modelId="{4F1CDD2B-D0D3-423B-8438-F93836CD1BEF}" type="pres">
      <dgm:prSet presAssocID="{3DC9D7CC-FDF5-435B-BB49-FE1073DDFF54}" presName="node" presStyleLbl="node1" presStyleIdx="1" presStyleCnt="2">
        <dgm:presLayoutVars>
          <dgm:bulletEnabled val="1"/>
        </dgm:presLayoutVars>
      </dgm:prSet>
      <dgm:spPr/>
    </dgm:pt>
  </dgm:ptLst>
  <dgm:cxnLst>
    <dgm:cxn modelId="{C4310809-AD2B-43DA-9E4F-6F559E99CA5C}" type="presOf" srcId="{79BB948D-37CD-4AFA-8FDF-80F8A0E7E4A2}" destId="{4F1CDD2B-D0D3-423B-8438-F93836CD1BEF}" srcOrd="0" destOrd="3" presId="urn:microsoft.com/office/officeart/2005/8/layout/hList6"/>
    <dgm:cxn modelId="{4F262A0A-0498-4A26-9C2F-3DA90BADF9A3}" type="presOf" srcId="{B9A9F338-DFD5-4D9B-ABE3-C1341CCBF3A8}" destId="{160FEE4E-E408-4AE6-B789-A1ABC66CFC40}" srcOrd="0" destOrd="2" presId="urn:microsoft.com/office/officeart/2005/8/layout/hList6"/>
    <dgm:cxn modelId="{D108FF19-C223-4E05-BE4C-B4CBEEF1FB82}" type="presOf" srcId="{7024E847-D8ED-4478-B939-BEB1E43D242F}" destId="{4F1CDD2B-D0D3-423B-8438-F93836CD1BEF}" srcOrd="0" destOrd="2" presId="urn:microsoft.com/office/officeart/2005/8/layout/hList6"/>
    <dgm:cxn modelId="{7260C521-F8A1-45E8-A25D-73A9BAC49921}" type="presOf" srcId="{3B51FCB3-AD18-425C-910C-599526E39FE2}" destId="{4F1CDD2B-D0D3-423B-8438-F93836CD1BEF}" srcOrd="0" destOrd="1" presId="urn:microsoft.com/office/officeart/2005/8/layout/hList6"/>
    <dgm:cxn modelId="{B198C222-7BF9-4E7C-8F67-5FDEC7894857}" srcId="{3DC9D7CC-FDF5-435B-BB49-FE1073DDFF54}" destId="{79BB948D-37CD-4AFA-8FDF-80F8A0E7E4A2}" srcOrd="2" destOrd="0" parTransId="{58D826CF-0333-46B8-9882-0671B89B851D}" sibTransId="{F17E1FED-EF93-40C5-AB1B-7C0EA3D030A3}"/>
    <dgm:cxn modelId="{BE2F5126-FE83-44C7-BD9B-29E9C14FBE7C}" srcId="{6991D6BF-3885-4B4D-9250-542D290C677A}" destId="{24FA4128-FECC-49D1-8B9E-169842C2811C}" srcOrd="0" destOrd="0" parTransId="{A6D6F610-5BB3-457E-A640-33059107BDC4}" sibTransId="{1F13E540-9C8F-44BA-884D-6301F361CE66}"/>
    <dgm:cxn modelId="{8D886A2D-5E85-4093-AC89-69AED3418EE2}" srcId="{6991D6BF-3885-4B4D-9250-542D290C677A}" destId="{B9A9F338-DFD5-4D9B-ABE3-C1341CCBF3A8}" srcOrd="1" destOrd="0" parTransId="{E1422D42-8BE2-457C-8020-3CBC42FDB55E}" sibTransId="{81005397-7FE9-43EA-80B4-B4D5CF094934}"/>
    <dgm:cxn modelId="{89FA2E35-4750-4BA0-B7E6-7856BF01D887}" srcId="{3DC9D7CC-FDF5-435B-BB49-FE1073DDFF54}" destId="{3B51FCB3-AD18-425C-910C-599526E39FE2}" srcOrd="0" destOrd="0" parTransId="{AD3E4BB7-A6F5-4EA0-B191-9F05D274AC30}" sibTransId="{72E9AD3D-A93C-4FA4-BA86-23EBA11E37C7}"/>
    <dgm:cxn modelId="{2FE76A60-DBE3-480A-B95C-1E22C98D0585}" srcId="{3DC9D7CC-FDF5-435B-BB49-FE1073DDFF54}" destId="{7024E847-D8ED-4478-B939-BEB1E43D242F}" srcOrd="1" destOrd="0" parTransId="{A4D3FC70-F394-43A2-89BB-DD9949C4FBEB}" sibTransId="{92968998-D247-42FE-B662-70BF971031BE}"/>
    <dgm:cxn modelId="{1CCAD249-D49F-4CA5-B058-2CF83ED6C620}" srcId="{2E02E107-3D73-4EF5-9895-C87D5D8DFF8E}" destId="{3DC9D7CC-FDF5-435B-BB49-FE1073DDFF54}" srcOrd="1" destOrd="0" parTransId="{F0FB2613-BBF0-491F-B179-4ADA1E5417FA}" sibTransId="{56E8659F-0CB8-48CF-A0D3-D98E5F3802F3}"/>
    <dgm:cxn modelId="{C29D8270-D35C-4C53-8DA2-66A553E4B9A6}" type="presOf" srcId="{3DC9D7CC-FDF5-435B-BB49-FE1073DDFF54}" destId="{4F1CDD2B-D0D3-423B-8438-F93836CD1BEF}" srcOrd="0" destOrd="0" presId="urn:microsoft.com/office/officeart/2005/8/layout/hList6"/>
    <dgm:cxn modelId="{F4047377-7D57-4498-9704-DBDC70E69C2C}" srcId="{2E02E107-3D73-4EF5-9895-C87D5D8DFF8E}" destId="{6991D6BF-3885-4B4D-9250-542D290C677A}" srcOrd="0" destOrd="0" parTransId="{B0A035A9-4CF2-44B5-8EF7-A5C79CDBF2C7}" sibTransId="{C8907E0A-5B68-4CFA-BA85-8F247A1F2F14}"/>
    <dgm:cxn modelId="{D5A8AD9C-10BE-49C8-BD5E-87433F67A83A}" type="presOf" srcId="{6991D6BF-3885-4B4D-9250-542D290C677A}" destId="{160FEE4E-E408-4AE6-B789-A1ABC66CFC40}" srcOrd="0" destOrd="0" presId="urn:microsoft.com/office/officeart/2005/8/layout/hList6"/>
    <dgm:cxn modelId="{240E8AD4-5EAA-41F4-90E7-F4F7FDC56CD4}" type="presOf" srcId="{24FA4128-FECC-49D1-8B9E-169842C2811C}" destId="{160FEE4E-E408-4AE6-B789-A1ABC66CFC40}" srcOrd="0" destOrd="1" presId="urn:microsoft.com/office/officeart/2005/8/layout/hList6"/>
    <dgm:cxn modelId="{7D16B2E4-7860-43DC-A903-D79B2C8157B8}" type="presOf" srcId="{2E02E107-3D73-4EF5-9895-C87D5D8DFF8E}" destId="{4CA465C6-AC38-4C52-B2DC-FBFACE53913B}" srcOrd="0" destOrd="0" presId="urn:microsoft.com/office/officeart/2005/8/layout/hList6"/>
    <dgm:cxn modelId="{9BAF93D8-BAED-4CEB-9B2E-6F3482D67C6E}" type="presParOf" srcId="{4CA465C6-AC38-4C52-B2DC-FBFACE53913B}" destId="{160FEE4E-E408-4AE6-B789-A1ABC66CFC40}" srcOrd="0" destOrd="0" presId="urn:microsoft.com/office/officeart/2005/8/layout/hList6"/>
    <dgm:cxn modelId="{44D3C27A-2B4E-40D1-B107-CEE7CB64C396}" type="presParOf" srcId="{4CA465C6-AC38-4C52-B2DC-FBFACE53913B}" destId="{4420F323-605E-403D-96ED-1D62A3881D74}" srcOrd="1" destOrd="0" presId="urn:microsoft.com/office/officeart/2005/8/layout/hList6"/>
    <dgm:cxn modelId="{4ADC511C-C36D-4CC3-8434-6B8B7088E336}" type="presParOf" srcId="{4CA465C6-AC38-4C52-B2DC-FBFACE53913B}" destId="{4F1CDD2B-D0D3-423B-8438-F93836CD1BEF}" srcOrd="2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D8DB60-65A7-40CC-8714-BA518E3021B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 xml:space="preserve">
        <a:bodyPr/>
        <a:lstStyle/>
        <a:p>
          <a:endParaRPr lang="en-US"/>
        </a:p>
      </dgm:t>
    </dgm:pt>
    <dgm:pt modelId="{8AB1B656-2B0E-4769-8439-5F46421668A0}">
      <dgm:prSet/>
      <dgm:spPr/>
      <dgm:t xml:space="preserve">
        <a:bodyPr/>
        <a:lstStyle/>
        <a:p>
          <a:pPr>
            <a:lnSpc>
              <a:spcPct val="100000"/>
            </a:lnSpc>
          </a:pPr>
          <a:r>
            <a:rPr lang="nl-NL" dirty="0"/>
            <a:t>De datastroom (pipeline):</a:t>
          </a:r>
        </a:p>
        <a:p>
          <a:pPr>
            <a:lnSpc>
              <a:spcPct val="100000"/>
            </a:lnSpc>
          </a:pPr>
          <a:r>
            <a:rPr lang="nl-NL" dirty="0"/>
            <a:t>hupieApi → dataMapper → contingentService → kpiAggregator → decisionEngine → useDashboardData hook.</a:t>
          </a:r>
        </a:p>
        <a:p>
          <a:pPr>
            <a:lnSpc>
              <a:spcPct val="100000"/>
            </a:lnSpc>
          </a:pPr>
          <a:r>
            <a:rPr lang="en-US" dirty="0"/>
            <a:t/>
          </a:r>
          <a:r>
            <a:rPr lang="nl-NL" dirty="0"/>
            <a:t>Elke laag één verantwoordelijkheid: pure functies, getypeerd, los te testen.</a:t>
          </a:r>
          <a:endParaRPr lang="en-US" dirty="0"/>
        </a:p>
      </dgm:t>
    </dgm:pt>
    <dgm:pt modelId="{65F45CA9-013B-4022-B89A-4F7982A4996E}" type="parTrans" cxnId="{729C69A0-1487-4315-9A76-077BB6E92AB7}">
      <dgm:prSet/>
      <dgm:spPr/>
      <dgm:t xml:space="preserve">
        <a:bodyPr/>
        <a:lstStyle/>
        <a:p>
          <a:endParaRPr lang="en-US"/>
        </a:p>
      </dgm:t>
    </dgm:pt>
    <dgm:pt modelId="{DFFD7E4F-E975-41EB-8BAE-C8149272E714}" type="sibTrans" cxnId="{729C69A0-1487-4315-9A76-077BB6E92AB7}">
      <dgm:prSet/>
      <dgm:spPr/>
      <dgm:t xml:space="preserve">
        <a:bodyPr/>
        <a:lstStyle/>
        <a:p>
          <a:endParaRPr lang="en-US"/>
        </a:p>
      </dgm:t>
    </dgm:pt>
    <dgm:pt modelId="{871225A0-1A1B-4472-822D-06CA9F92EADF}">
      <dgm:prSet/>
      <dgm:spPr/>
      <dgm:t xml:space="preserve">
        <a:bodyPr/>
        <a:lstStyle/>
        <a:p>
          <a:pPr>
            <a:lnSpc>
              <a:spcPct val="100000"/>
            </a:lnSpc>
          </a:pPr>
          <a:r>
            <a:rPr lang="nl-NL" dirty="0"/>
            <a:t>De techniek:</a:t>
          </a:r>
        </a:p>
        <a:p>
          <a:pPr>
            <a:lnSpc>
              <a:spcPct val="100000"/>
            </a:lnSpc>
          </a:pPr>
          <a:r>
            <a:rPr lang="nl-NL" dirty="0"/>
            <a:t>React 18 + TypeScript (strict), MUI v5, ApexCharts, Vite 6, React Router v6.</a:t>
          </a:r>
        </a:p>
        <a:p>
          <a:pPr>
            <a:lnSpc>
              <a:spcPct val="100000"/>
            </a:lnSpc>
          </a:pPr>
          <a:r>
            <a:rPr lang="en-US" dirty="0"/>
            <a:t/>
          </a:r>
          <a:r>
            <a:rPr lang="nl-NL" dirty="0"/>
            <a:t>Axios → Hupie SPARQL-endpoint; HCO/SAREF-ontologie; two-phase fetch loste de timeout op.</a:t>
          </a:r>
        </a:p>
        <a:p>
          <a:pPr>
            <a:lnSpc>
              <a:spcPct val="100000"/>
            </a:lnSpc>
          </a:pPr>
          <a:r>
            <a:rPr lang="en-US" dirty="0"/>
            <a:t/>
          </a:r>
          <a:r>
            <a:rPr lang="nl-NL" dirty="0"/>
            <a:t>Vitest (unit) + Playwright (E2E); TypeScript strict, geen any.</a:t>
          </a:r>
          <a:endParaRPr lang="en-US" dirty="0"/>
        </a:p>
      </dgm:t>
    </dgm:pt>
    <dgm:pt modelId="{6ED6084D-4A18-4802-B1C3-8CAACB6744B5}" type="parTrans" cxnId="{C502BF02-4795-4F8B-8803-443C55E88717}">
      <dgm:prSet/>
      <dgm:spPr/>
      <dgm:t xml:space="preserve">
        <a:bodyPr/>
        <a:lstStyle/>
        <a:p>
          <a:endParaRPr lang="en-US"/>
        </a:p>
      </dgm:t>
    </dgm:pt>
    <dgm:pt modelId="{BF7704F4-8126-4BA5-8DB7-0645798892E6}" type="sibTrans" cxnId="{C502BF02-4795-4F8B-8803-443C55E88717}">
      <dgm:prSet/>
      <dgm:spPr/>
      <dgm:t xml:space="preserve">
        <a:bodyPr/>
        <a:lstStyle/>
        <a:p>
          <a:endParaRPr lang="en-US"/>
        </a:p>
      </dgm:t>
    </dgm:pt>
    <dgm:pt modelId="{982F3E9A-AF01-4686-B253-7594F976A3A9}" type="pres">
      <dgm:prSet presAssocID="{5BD8DB60-65A7-40CC-8714-BA518E3021B1}" presName="root" presStyleCnt="0">
        <dgm:presLayoutVars>
          <dgm:dir/>
          <dgm:resizeHandles val="exact"/>
        </dgm:presLayoutVars>
      </dgm:prSet>
      <dgm:spPr/>
    </dgm:pt>
    <dgm:pt modelId="{7FAE8A07-0CF4-423B-9D2E-358D10F1E00A}" type="pres">
      <dgm:prSet presAssocID="{8AB1B656-2B0E-4769-8439-5F46421668A0}" presName="compNode" presStyleCnt="0"/>
      <dgm:spPr/>
    </dgm:pt>
    <dgm:pt modelId="{AB43F121-5C2F-4C6F-A57C-1F31CC940944}" type="pres">
      <dgm:prSet presAssocID="{8AB1B656-2B0E-4769-8439-5F46421668A0}" presName="bgRect" presStyleLbl="bgShp" presStyleIdx="0" presStyleCnt="2" custLinFactNeighborX="-296"/>
      <dgm:spPr/>
    </dgm:pt>
    <dgm:pt modelId="{370AF430-6BCF-474B-8206-23179CB90838}" type="pres">
      <dgm:prSet presAssocID="{8AB1B656-2B0E-4769-8439-5F46421668A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tenschapper"/>
        </a:ext>
      </dgm:extLst>
    </dgm:pt>
    <dgm:pt modelId="{DCA71314-B30B-4B75-BF6F-5F00B9CBE0C1}" type="pres">
      <dgm:prSet presAssocID="{8AB1B656-2B0E-4769-8439-5F46421668A0}" presName="spaceRect" presStyleCnt="0"/>
      <dgm:spPr/>
    </dgm:pt>
    <dgm:pt modelId="{F5DACCEB-BB9D-4A34-82AA-82C3A42F7C23}" type="pres">
      <dgm:prSet presAssocID="{8AB1B656-2B0E-4769-8439-5F46421668A0}" presName="parTx" presStyleLbl="revTx" presStyleIdx="0" presStyleCnt="2">
        <dgm:presLayoutVars>
          <dgm:chMax val="0"/>
          <dgm:chPref val="0"/>
        </dgm:presLayoutVars>
      </dgm:prSet>
      <dgm:spPr/>
    </dgm:pt>
    <dgm:pt modelId="{9CA0CE35-E521-4749-9607-BAEABBBDAE67}" type="pres">
      <dgm:prSet presAssocID="{DFFD7E4F-E975-41EB-8BAE-C8149272E714}" presName="sibTrans" presStyleCnt="0"/>
      <dgm:spPr/>
    </dgm:pt>
    <dgm:pt modelId="{D9254BDE-D72E-48C8-AD00-95F7AA5E4166}" type="pres">
      <dgm:prSet presAssocID="{871225A0-1A1B-4472-822D-06CA9F92EADF}" presName="compNode" presStyleCnt="0"/>
      <dgm:spPr/>
    </dgm:pt>
    <dgm:pt modelId="{5B07D642-937F-4C9E-97DD-B95B6D484FBF}" type="pres">
      <dgm:prSet presAssocID="{871225A0-1A1B-4472-822D-06CA9F92EADF}" presName="bgRect" presStyleLbl="bgShp" presStyleIdx="1" presStyleCnt="2"/>
      <dgm:spPr/>
    </dgm:pt>
    <dgm:pt modelId="{A9DE5D2F-11D5-42B0-88C0-770731BA0B50}" type="pres">
      <dgm:prSet presAssocID="{871225A0-1A1B-4472-822D-06CA9F92EAD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lk"/>
        </a:ext>
      </dgm:extLst>
    </dgm:pt>
    <dgm:pt modelId="{A7713257-E42B-444E-B498-C9F3375159E4}" type="pres">
      <dgm:prSet presAssocID="{871225A0-1A1B-4472-822D-06CA9F92EADF}" presName="spaceRect" presStyleCnt="0"/>
      <dgm:spPr/>
    </dgm:pt>
    <dgm:pt modelId="{6BC52CE8-EA80-4572-B916-2CCE5C444FEA}" type="pres">
      <dgm:prSet presAssocID="{871225A0-1A1B-4472-822D-06CA9F92EADF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502BF02-4795-4F8B-8803-443C55E88717}" srcId="{5BD8DB60-65A7-40CC-8714-BA518E3021B1}" destId="{871225A0-1A1B-4472-822D-06CA9F92EADF}" srcOrd="1" destOrd="0" parTransId="{6ED6084D-4A18-4802-B1C3-8CAACB6744B5}" sibTransId="{BF7704F4-8126-4BA5-8DB7-0645798892E6}"/>
    <dgm:cxn modelId="{729C69A0-1487-4315-9A76-077BB6E92AB7}" srcId="{5BD8DB60-65A7-40CC-8714-BA518E3021B1}" destId="{8AB1B656-2B0E-4769-8439-5F46421668A0}" srcOrd="0" destOrd="0" parTransId="{65F45CA9-013B-4022-B89A-4F7982A4996E}" sibTransId="{DFFD7E4F-E975-41EB-8BAE-C8149272E714}"/>
    <dgm:cxn modelId="{509C2AD5-B43C-41BA-9F73-CF23C638D059}" type="presOf" srcId="{871225A0-1A1B-4472-822D-06CA9F92EADF}" destId="{6BC52CE8-EA80-4572-B916-2CCE5C444FEA}" srcOrd="0" destOrd="0" presId="urn:microsoft.com/office/officeart/2018/2/layout/IconVerticalSolidList"/>
    <dgm:cxn modelId="{1997F2E4-8AAD-4341-9F87-E649617A3EB3}" type="presOf" srcId="{8AB1B656-2B0E-4769-8439-5F46421668A0}" destId="{F5DACCEB-BB9D-4A34-82AA-82C3A42F7C23}" srcOrd="0" destOrd="0" presId="urn:microsoft.com/office/officeart/2018/2/layout/IconVerticalSolidList"/>
    <dgm:cxn modelId="{7BB35FEB-A92B-445D-9F4C-5E520582CD2B}" type="presOf" srcId="{5BD8DB60-65A7-40CC-8714-BA518E3021B1}" destId="{982F3E9A-AF01-4686-B253-7594F976A3A9}" srcOrd="0" destOrd="0" presId="urn:microsoft.com/office/officeart/2018/2/layout/IconVerticalSolidList"/>
    <dgm:cxn modelId="{C08B2A00-0669-4E94-8AA8-DC1862E9FBD7}" type="presParOf" srcId="{982F3E9A-AF01-4686-B253-7594F976A3A9}" destId="{7FAE8A07-0CF4-423B-9D2E-358D10F1E00A}" srcOrd="0" destOrd="0" presId="urn:microsoft.com/office/officeart/2018/2/layout/IconVerticalSolidList"/>
    <dgm:cxn modelId="{564DB100-BD62-4800-9F2A-C284BFB0261A}" type="presParOf" srcId="{7FAE8A07-0CF4-423B-9D2E-358D10F1E00A}" destId="{AB43F121-5C2F-4C6F-A57C-1F31CC940944}" srcOrd="0" destOrd="0" presId="urn:microsoft.com/office/officeart/2018/2/layout/IconVerticalSolidList"/>
    <dgm:cxn modelId="{AE40F42E-30FF-4D5B-8BE5-6CE1DA8B4A31}" type="presParOf" srcId="{7FAE8A07-0CF4-423B-9D2E-358D10F1E00A}" destId="{370AF430-6BCF-474B-8206-23179CB90838}" srcOrd="1" destOrd="0" presId="urn:microsoft.com/office/officeart/2018/2/layout/IconVerticalSolidList"/>
    <dgm:cxn modelId="{93568FD4-D890-4D30-9793-6EE8D13DADFE}" type="presParOf" srcId="{7FAE8A07-0CF4-423B-9D2E-358D10F1E00A}" destId="{DCA71314-B30B-4B75-BF6F-5F00B9CBE0C1}" srcOrd="2" destOrd="0" presId="urn:microsoft.com/office/officeart/2018/2/layout/IconVerticalSolidList"/>
    <dgm:cxn modelId="{96B31383-6E99-4C9F-8B5A-B1A4EB9C54CD}" type="presParOf" srcId="{7FAE8A07-0CF4-423B-9D2E-358D10F1E00A}" destId="{F5DACCEB-BB9D-4A34-82AA-82C3A42F7C23}" srcOrd="3" destOrd="0" presId="urn:microsoft.com/office/officeart/2018/2/layout/IconVerticalSolidList"/>
    <dgm:cxn modelId="{C5F36B04-CA93-41E6-8F66-BFA588727190}" type="presParOf" srcId="{982F3E9A-AF01-4686-B253-7594F976A3A9}" destId="{9CA0CE35-E521-4749-9607-BAEABBBDAE67}" srcOrd="1" destOrd="0" presId="urn:microsoft.com/office/officeart/2018/2/layout/IconVerticalSolidList"/>
    <dgm:cxn modelId="{7E835B83-029F-4510-98E2-80874DAFFFFD}" type="presParOf" srcId="{982F3E9A-AF01-4686-B253-7594F976A3A9}" destId="{D9254BDE-D72E-48C8-AD00-95F7AA5E4166}" srcOrd="2" destOrd="0" presId="urn:microsoft.com/office/officeart/2018/2/layout/IconVerticalSolidList"/>
    <dgm:cxn modelId="{9AB17FDD-036B-422C-8E90-2FF505111ECD}" type="presParOf" srcId="{D9254BDE-D72E-48C8-AD00-95F7AA5E4166}" destId="{5B07D642-937F-4C9E-97DD-B95B6D484FBF}" srcOrd="0" destOrd="0" presId="urn:microsoft.com/office/officeart/2018/2/layout/IconVerticalSolidList"/>
    <dgm:cxn modelId="{C41C81FD-7CB3-4CEC-B9F2-2F1962D77087}" type="presParOf" srcId="{D9254BDE-D72E-48C8-AD00-95F7AA5E4166}" destId="{A9DE5D2F-11D5-42B0-88C0-770731BA0B50}" srcOrd="1" destOrd="0" presId="urn:microsoft.com/office/officeart/2018/2/layout/IconVerticalSolidList"/>
    <dgm:cxn modelId="{8C716B17-DE07-40D1-8214-BB6B72BDD93C}" type="presParOf" srcId="{D9254BDE-D72E-48C8-AD00-95F7AA5E4166}" destId="{A7713257-E42B-444E-B498-C9F3375159E4}" srcOrd="2" destOrd="0" presId="urn:microsoft.com/office/officeart/2018/2/layout/IconVerticalSolidList"/>
    <dgm:cxn modelId="{C8D846A0-7D8A-4F25-B02D-9BBB02F3F87B}" type="presParOf" srcId="{D9254BDE-D72E-48C8-AD00-95F7AA5E4166}" destId="{6BC52CE8-EA80-4572-B916-2CCE5C444FE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DC2D2C4-7011-4EB5-81AF-FD4E19C245A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4" csCatId="accent1" phldr="1"/>
      <dgm:spPr/>
      <dgm:t xml:space="preserve">
        <a:bodyPr/>
        <a:lstStyle/>
        <a:p>
          <a:endParaRPr lang="en-US"/>
        </a:p>
      </dgm:t>
    </dgm:pt>
    <dgm:pt modelId="{F89E7E35-44E0-4028-BA43-5D6471426BE1}">
      <dgm:prSet/>
      <dgm:spPr/>
      <dgm:t xml:space="preserve">
        <a:bodyPr/>
        <a:lstStyle/>
        <a:p>
          <a:pPr>
            <a:lnSpc>
              <a:spcPct val="100000"/>
            </a:lnSpc>
          </a:pPr>
          <a:r>
            <a:rPr lang="nl-NL" dirty="0"/>
            <a:t>Deel 1 — Het overzicht: profiel-selector, KPI-kaarten, COP-gauge, grafieken</a:t>
          </a:r>
          <a:endParaRPr lang="en-US" dirty="0"/>
        </a:p>
      </dgm:t>
    </dgm:pt>
    <dgm:pt modelId="{AA9DA6E7-AB12-46B2-9338-C472CD044E87}" type="parTrans" cxnId="{645BD1FF-401D-44E0-B39A-F55909B69EB0}">
      <dgm:prSet/>
      <dgm:spPr/>
      <dgm:t xml:space="preserve">
        <a:bodyPr/>
        <a:lstStyle/>
        <a:p>
          <a:endParaRPr lang="en-US"/>
        </a:p>
      </dgm:t>
    </dgm:pt>
    <dgm:pt modelId="{A17917B4-8B23-4301-B6F1-5AEDBFC69D0A}" type="sibTrans" cxnId="{645BD1FF-401D-44E0-B39A-F55909B69EB0}">
      <dgm:prSet/>
      <dgm:spPr/>
      <dgm:t xml:space="preserve">
        <a:bodyPr/>
        <a:lstStyle/>
        <a:p>
          <a:endParaRPr lang="en-US"/>
        </a:p>
      </dgm:t>
    </dgm:pt>
    <dgm:pt modelId="{8C535A75-BA56-47F6-AC83-65B5566D28A9}">
      <dgm:prSet/>
      <dgm:spPr/>
      <dgm:t xml:space="preserve">
        <a:bodyPr/>
        <a:lstStyle/>
        <a:p>
          <a:pPr>
            <a:lnSpc>
              <a:spcPct val="100000"/>
            </a:lnSpc>
          </a:pPr>
          <a:r>
            <a:rPr lang="nl-NL"/>
            <a:t>Deel 2 — Het advies: de DecisionSupportCard reageert live op het kruisprofiel</a:t>
          </a:r>
          <a:endParaRPr lang="en-US"/>
        </a:p>
      </dgm:t>
    </dgm:pt>
    <dgm:pt modelId="{85BC66AC-BBAF-4CE6-86C3-DC3938F19747}" type="parTrans" cxnId="{4EE5324A-6287-46FC-8582-55D92601B98F}">
      <dgm:prSet/>
      <dgm:spPr/>
      <dgm:t xml:space="preserve">
        <a:bodyPr/>
        <a:lstStyle/>
        <a:p>
          <a:endParaRPr lang="en-US"/>
        </a:p>
      </dgm:t>
    </dgm:pt>
    <dgm:pt modelId="{D5876440-6CAA-4DCE-A13C-D2CFA0DEDEF6}" type="sibTrans" cxnId="{4EE5324A-6287-46FC-8582-55D92601B98F}">
      <dgm:prSet/>
      <dgm:spPr/>
      <dgm:t xml:space="preserve">
        <a:bodyPr/>
        <a:lstStyle/>
        <a:p>
          <a:endParaRPr lang="en-US"/>
        </a:p>
      </dgm:t>
    </dgm:pt>
    <dgm:pt modelId="{17B83B9B-3C2E-40E6-A525-A1238BF2B4AB}">
      <dgm:prSet/>
      <dgm:spPr/>
      <dgm:t xml:space="preserve">
        <a:bodyPr/>
        <a:lstStyle/>
        <a:p>
          <a:pPr>
            <a:lnSpc>
              <a:spcPct val="100000"/>
            </a:lnSpc>
          </a:pPr>
          <a:r>
            <a:rPr lang="nl-NL"/>
            <a:t>Deel 3 — Diepte &amp; rollen: detailweergave, beheerder/installateur, responsive</a:t>
          </a:r>
          <a:endParaRPr lang="en-US"/>
        </a:p>
      </dgm:t>
    </dgm:pt>
    <dgm:pt modelId="{DE9DCF22-9070-4E36-8989-98E3382B46B2}" type="parTrans" cxnId="{2E07FC74-7DFD-4048-B8FC-AABC1AA0D2FE}">
      <dgm:prSet/>
      <dgm:spPr/>
      <dgm:t xml:space="preserve">
        <a:bodyPr/>
        <a:lstStyle/>
        <a:p>
          <a:endParaRPr lang="en-US"/>
        </a:p>
      </dgm:t>
    </dgm:pt>
    <dgm:pt modelId="{9907EDF8-6330-4DDB-B33B-32EB69DFE299}" type="sibTrans" cxnId="{2E07FC74-7DFD-4048-B8FC-AABC1AA0D2FE}">
      <dgm:prSet/>
      <dgm:spPr/>
      <dgm:t xml:space="preserve">
        <a:bodyPr/>
        <a:lstStyle/>
        <a:p>
          <a:endParaRPr lang="en-US"/>
        </a:p>
      </dgm:t>
    </dgm:pt>
    <dgm:pt modelId="{E5D90BC6-AF37-449C-B3BD-AF81CF35D9F8}" type="pres">
      <dgm:prSet presAssocID="{2DC2D2C4-7011-4EB5-81AF-FD4E19C245A7}" presName="root" presStyleCnt="0">
        <dgm:presLayoutVars>
          <dgm:dir/>
          <dgm:resizeHandles val="exact"/>
        </dgm:presLayoutVars>
      </dgm:prSet>
      <dgm:spPr/>
    </dgm:pt>
    <dgm:pt modelId="{36753E38-051F-4C67-A825-0CD68E272AEF}" type="pres">
      <dgm:prSet presAssocID="{F89E7E35-44E0-4028-BA43-5D6471426BE1}" presName="compNode" presStyleCnt="0"/>
      <dgm:spPr/>
    </dgm:pt>
    <dgm:pt modelId="{F97DC929-73D9-4273-83FB-6C43E59ECFC8}" type="pres">
      <dgm:prSet presAssocID="{F89E7E35-44E0-4028-BA43-5D6471426BE1}" presName="bgRect" presStyleLbl="bgShp" presStyleIdx="0" presStyleCnt="3"/>
      <dgm:spPr/>
    </dgm:pt>
    <dgm:pt modelId="{DA378548-6F9B-4B44-A5F4-98A4656148B4}" type="pres">
      <dgm:prSet presAssocID="{F89E7E35-44E0-4028-BA43-5D6471426BE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ein"/>
        </a:ext>
      </dgm:extLst>
    </dgm:pt>
    <dgm:pt modelId="{607A3EE2-19AD-482A-8B2A-68A177988026}" type="pres">
      <dgm:prSet presAssocID="{F89E7E35-44E0-4028-BA43-5D6471426BE1}" presName="spaceRect" presStyleCnt="0"/>
      <dgm:spPr/>
    </dgm:pt>
    <dgm:pt modelId="{BA0E75FF-3C63-4553-90B8-A4B9A1C69D0C}" type="pres">
      <dgm:prSet presAssocID="{F89E7E35-44E0-4028-BA43-5D6471426BE1}" presName="parTx" presStyleLbl="revTx" presStyleIdx="0" presStyleCnt="3">
        <dgm:presLayoutVars>
          <dgm:chMax val="0"/>
          <dgm:chPref val="0"/>
        </dgm:presLayoutVars>
      </dgm:prSet>
      <dgm:spPr/>
    </dgm:pt>
    <dgm:pt modelId="{9077686D-5033-4EB3-AE7E-9E8DDA33B8E3}" type="pres">
      <dgm:prSet presAssocID="{A17917B4-8B23-4301-B6F1-5AEDBFC69D0A}" presName="sibTrans" presStyleCnt="0"/>
      <dgm:spPr/>
    </dgm:pt>
    <dgm:pt modelId="{04C56E6D-4F14-4957-8787-CB55FCD79069}" type="pres">
      <dgm:prSet presAssocID="{8C535A75-BA56-47F6-AC83-65B5566D28A9}" presName="compNode" presStyleCnt="0"/>
      <dgm:spPr/>
    </dgm:pt>
    <dgm:pt modelId="{5E5702E5-FFEB-46A6-8279-1757DB91680B}" type="pres">
      <dgm:prSet presAssocID="{8C535A75-BA56-47F6-AC83-65B5566D28A9}" presName="bgRect" presStyleLbl="bgShp" presStyleIdx="1" presStyleCnt="3"/>
      <dgm:spPr/>
    </dgm:pt>
    <dgm:pt modelId="{4FF13209-0379-42CF-9AB8-B953F2F610B8}" type="pres">
      <dgm:prSet presAssocID="{8C535A75-BA56-47F6-AC83-65B5566D28A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hoenafdrukken"/>
        </a:ext>
      </dgm:extLst>
    </dgm:pt>
    <dgm:pt modelId="{A35D98D9-7405-43BB-9CB1-2D44DD8C82B2}" type="pres">
      <dgm:prSet presAssocID="{8C535A75-BA56-47F6-AC83-65B5566D28A9}" presName="spaceRect" presStyleCnt="0"/>
      <dgm:spPr/>
    </dgm:pt>
    <dgm:pt modelId="{543ADFBE-6EEE-4D58-8982-335D290B98FA}" type="pres">
      <dgm:prSet presAssocID="{8C535A75-BA56-47F6-AC83-65B5566D28A9}" presName="parTx" presStyleLbl="revTx" presStyleIdx="1" presStyleCnt="3">
        <dgm:presLayoutVars>
          <dgm:chMax val="0"/>
          <dgm:chPref val="0"/>
        </dgm:presLayoutVars>
      </dgm:prSet>
      <dgm:spPr/>
    </dgm:pt>
    <dgm:pt modelId="{E5830D13-F27D-4E0C-AC91-A966A270E2FB}" type="pres">
      <dgm:prSet presAssocID="{D5876440-6CAA-4DCE-A13C-D2CFA0DEDEF6}" presName="sibTrans" presStyleCnt="0"/>
      <dgm:spPr/>
    </dgm:pt>
    <dgm:pt modelId="{30A4E68E-B42C-4FB9-A406-BE73AE12FDC3}" type="pres">
      <dgm:prSet presAssocID="{17B83B9B-3C2E-40E6-A525-A1238BF2B4AB}" presName="compNode" presStyleCnt="0"/>
      <dgm:spPr/>
    </dgm:pt>
    <dgm:pt modelId="{6FCAC5E6-821C-4034-B214-7067255CAE76}" type="pres">
      <dgm:prSet presAssocID="{17B83B9B-3C2E-40E6-A525-A1238BF2B4AB}" presName="bgRect" presStyleLbl="bgShp" presStyleIdx="2" presStyleCnt="3"/>
      <dgm:spPr>
        <a:ln>
          <a:noFill/>
        </a:ln>
      </dgm:spPr>
    </dgm:pt>
    <dgm:pt modelId="{9640C533-BEDA-42FD-A8A9-CBD9B74A8140}" type="pres">
      <dgm:prSet presAssocID="{17B83B9B-3C2E-40E6-A525-A1238BF2B4A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pen"/>
        </a:ext>
      </dgm:extLst>
    </dgm:pt>
    <dgm:pt modelId="{5F59BADE-F2F0-4239-822C-A6D1FD26C5DD}" type="pres">
      <dgm:prSet presAssocID="{17B83B9B-3C2E-40E6-A525-A1238BF2B4AB}" presName="spaceRect" presStyleCnt="0"/>
      <dgm:spPr/>
    </dgm:pt>
    <dgm:pt modelId="{76E2AD71-0097-412B-9D23-6A83C411FB0E}" type="pres">
      <dgm:prSet presAssocID="{17B83B9B-3C2E-40E6-A525-A1238BF2B4A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7574F08-D0A4-48E4-B72A-ECE753031816}" type="presOf" srcId="{2DC2D2C4-7011-4EB5-81AF-FD4E19C245A7}" destId="{E5D90BC6-AF37-449C-B3BD-AF81CF35D9F8}" srcOrd="0" destOrd="0" presId="urn:microsoft.com/office/officeart/2018/2/layout/IconVerticalSolidList"/>
    <dgm:cxn modelId="{5B3AE00E-6B44-40D9-BD82-9FC8DD64C789}" type="presOf" srcId="{F89E7E35-44E0-4028-BA43-5D6471426BE1}" destId="{BA0E75FF-3C63-4553-90B8-A4B9A1C69D0C}" srcOrd="0" destOrd="0" presId="urn:microsoft.com/office/officeart/2018/2/layout/IconVerticalSolidList"/>
    <dgm:cxn modelId="{F1D49118-B33C-465D-8B43-85CCDB9F3977}" type="presOf" srcId="{17B83B9B-3C2E-40E6-A525-A1238BF2B4AB}" destId="{76E2AD71-0097-412B-9D23-6A83C411FB0E}" srcOrd="0" destOrd="0" presId="urn:microsoft.com/office/officeart/2018/2/layout/IconVerticalSolidList"/>
    <dgm:cxn modelId="{6F274B33-D5C7-41AF-9246-24FB433E0A6A}" type="presOf" srcId="{8C535A75-BA56-47F6-AC83-65B5566D28A9}" destId="{543ADFBE-6EEE-4D58-8982-335D290B98FA}" srcOrd="0" destOrd="0" presId="urn:microsoft.com/office/officeart/2018/2/layout/IconVerticalSolidList"/>
    <dgm:cxn modelId="{4EE5324A-6287-46FC-8582-55D92601B98F}" srcId="{2DC2D2C4-7011-4EB5-81AF-FD4E19C245A7}" destId="{8C535A75-BA56-47F6-AC83-65B5566D28A9}" srcOrd="1" destOrd="0" parTransId="{85BC66AC-BBAF-4CE6-86C3-DC3938F19747}" sibTransId="{D5876440-6CAA-4DCE-A13C-D2CFA0DEDEF6}"/>
    <dgm:cxn modelId="{2E07FC74-7DFD-4048-B8FC-AABC1AA0D2FE}" srcId="{2DC2D2C4-7011-4EB5-81AF-FD4E19C245A7}" destId="{17B83B9B-3C2E-40E6-A525-A1238BF2B4AB}" srcOrd="2" destOrd="0" parTransId="{DE9DCF22-9070-4E36-8989-98E3382B46B2}" sibTransId="{9907EDF8-6330-4DDB-B33B-32EB69DFE299}"/>
    <dgm:cxn modelId="{645BD1FF-401D-44E0-B39A-F55909B69EB0}" srcId="{2DC2D2C4-7011-4EB5-81AF-FD4E19C245A7}" destId="{F89E7E35-44E0-4028-BA43-5D6471426BE1}" srcOrd="0" destOrd="0" parTransId="{AA9DA6E7-AB12-46B2-9338-C472CD044E87}" sibTransId="{A17917B4-8B23-4301-B6F1-5AEDBFC69D0A}"/>
    <dgm:cxn modelId="{3EC648EA-9959-4590-BAE3-298109ED2B41}" type="presParOf" srcId="{E5D90BC6-AF37-449C-B3BD-AF81CF35D9F8}" destId="{36753E38-051F-4C67-A825-0CD68E272AEF}" srcOrd="0" destOrd="0" presId="urn:microsoft.com/office/officeart/2018/2/layout/IconVerticalSolidList"/>
    <dgm:cxn modelId="{DECA90FF-66B5-4FAE-B772-F4ED2A34F5B9}" type="presParOf" srcId="{36753E38-051F-4C67-A825-0CD68E272AEF}" destId="{F97DC929-73D9-4273-83FB-6C43E59ECFC8}" srcOrd="0" destOrd="0" presId="urn:microsoft.com/office/officeart/2018/2/layout/IconVerticalSolidList"/>
    <dgm:cxn modelId="{50E55507-60E6-4BFC-ACAC-DDC741D20F88}" type="presParOf" srcId="{36753E38-051F-4C67-A825-0CD68E272AEF}" destId="{DA378548-6F9B-4B44-A5F4-98A4656148B4}" srcOrd="1" destOrd="0" presId="urn:microsoft.com/office/officeart/2018/2/layout/IconVerticalSolidList"/>
    <dgm:cxn modelId="{AFA67339-0634-481B-876B-18B0A17D2207}" type="presParOf" srcId="{36753E38-051F-4C67-A825-0CD68E272AEF}" destId="{607A3EE2-19AD-482A-8B2A-68A177988026}" srcOrd="2" destOrd="0" presId="urn:microsoft.com/office/officeart/2018/2/layout/IconVerticalSolidList"/>
    <dgm:cxn modelId="{4D2FC5B0-C11A-438A-A66D-17796CA27AA0}" type="presParOf" srcId="{36753E38-051F-4C67-A825-0CD68E272AEF}" destId="{BA0E75FF-3C63-4553-90B8-A4B9A1C69D0C}" srcOrd="3" destOrd="0" presId="urn:microsoft.com/office/officeart/2018/2/layout/IconVerticalSolidList"/>
    <dgm:cxn modelId="{46CF3D00-D970-40EB-8C3D-3521C3EEC45D}" type="presParOf" srcId="{E5D90BC6-AF37-449C-B3BD-AF81CF35D9F8}" destId="{9077686D-5033-4EB3-AE7E-9E8DDA33B8E3}" srcOrd="1" destOrd="0" presId="urn:microsoft.com/office/officeart/2018/2/layout/IconVerticalSolidList"/>
    <dgm:cxn modelId="{9F2F97EB-0366-47D8-8B77-8B84B215A286}" type="presParOf" srcId="{E5D90BC6-AF37-449C-B3BD-AF81CF35D9F8}" destId="{04C56E6D-4F14-4957-8787-CB55FCD79069}" srcOrd="2" destOrd="0" presId="urn:microsoft.com/office/officeart/2018/2/layout/IconVerticalSolidList"/>
    <dgm:cxn modelId="{6E69FE63-5EC1-472A-A082-1CFA86E3AF3E}" type="presParOf" srcId="{04C56E6D-4F14-4957-8787-CB55FCD79069}" destId="{5E5702E5-FFEB-46A6-8279-1757DB91680B}" srcOrd="0" destOrd="0" presId="urn:microsoft.com/office/officeart/2018/2/layout/IconVerticalSolidList"/>
    <dgm:cxn modelId="{DE7AA450-CD0F-4EEF-955D-09C47DC40B7B}" type="presParOf" srcId="{04C56E6D-4F14-4957-8787-CB55FCD79069}" destId="{4FF13209-0379-42CF-9AB8-B953F2F610B8}" srcOrd="1" destOrd="0" presId="urn:microsoft.com/office/officeart/2018/2/layout/IconVerticalSolidList"/>
    <dgm:cxn modelId="{2CA9D363-8033-42AB-8766-FE863696DEA5}" type="presParOf" srcId="{04C56E6D-4F14-4957-8787-CB55FCD79069}" destId="{A35D98D9-7405-43BB-9CB1-2D44DD8C82B2}" srcOrd="2" destOrd="0" presId="urn:microsoft.com/office/officeart/2018/2/layout/IconVerticalSolidList"/>
    <dgm:cxn modelId="{537CC130-952B-4EE4-BCD1-F7A5738B1753}" type="presParOf" srcId="{04C56E6D-4F14-4957-8787-CB55FCD79069}" destId="{543ADFBE-6EEE-4D58-8982-335D290B98FA}" srcOrd="3" destOrd="0" presId="urn:microsoft.com/office/officeart/2018/2/layout/IconVerticalSolidList"/>
    <dgm:cxn modelId="{999D34EF-A09A-4443-8F10-4E20A7B2A094}" type="presParOf" srcId="{E5D90BC6-AF37-449C-B3BD-AF81CF35D9F8}" destId="{E5830D13-F27D-4E0C-AC91-A966A270E2FB}" srcOrd="3" destOrd="0" presId="urn:microsoft.com/office/officeart/2018/2/layout/IconVerticalSolidList"/>
    <dgm:cxn modelId="{145375DA-FE47-406F-BB97-DAB4E3B49A08}" type="presParOf" srcId="{E5D90BC6-AF37-449C-B3BD-AF81CF35D9F8}" destId="{30A4E68E-B42C-4FB9-A406-BE73AE12FDC3}" srcOrd="4" destOrd="0" presId="urn:microsoft.com/office/officeart/2018/2/layout/IconVerticalSolidList"/>
    <dgm:cxn modelId="{D91E2118-363A-4F85-AFCE-F0463DF33308}" type="presParOf" srcId="{30A4E68E-B42C-4FB9-A406-BE73AE12FDC3}" destId="{6FCAC5E6-821C-4034-B214-7067255CAE76}" srcOrd="0" destOrd="0" presId="urn:microsoft.com/office/officeart/2018/2/layout/IconVerticalSolidList"/>
    <dgm:cxn modelId="{342DCD13-F049-4C44-9558-06826152C680}" type="presParOf" srcId="{30A4E68E-B42C-4FB9-A406-BE73AE12FDC3}" destId="{9640C533-BEDA-42FD-A8A9-CBD9B74A8140}" srcOrd="1" destOrd="0" presId="urn:microsoft.com/office/officeart/2018/2/layout/IconVerticalSolidList"/>
    <dgm:cxn modelId="{9F01CC63-1270-4ACB-97C0-FF60910EC17C}" type="presParOf" srcId="{30A4E68E-B42C-4FB9-A406-BE73AE12FDC3}" destId="{5F59BADE-F2F0-4239-822C-A6D1FD26C5DD}" srcOrd="2" destOrd="0" presId="urn:microsoft.com/office/officeart/2018/2/layout/IconVerticalSolidList"/>
    <dgm:cxn modelId="{59F80485-54C0-4EC1-A57F-1AF5170DB4AB}" type="presParOf" srcId="{30A4E68E-B42C-4FB9-A406-BE73AE12FDC3}" destId="{76E2AD71-0097-412B-9D23-6A83C411FB0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1F07E35-7E0E-4430-91A4-30333B2496A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 xml:space="preserve">
        <a:bodyPr/>
        <a:lstStyle/>
        <a:p>
          <a:endParaRPr lang="en-US"/>
        </a:p>
      </dgm:t>
    </dgm:pt>
    <dgm:pt modelId="{B7556BAE-8932-4AD1-B4CE-C92EAC5952BF}">
      <dgm:prSet/>
      <dgm:spPr/>
      <dgm:t xml:space="preserve">
        <a:bodyPr/>
        <a:lstStyle/>
        <a:p>
          <a:pPr>
            <a:lnSpc>
              <a:spcPct val="100000"/>
            </a:lnSpc>
          </a:pPr>
          <a:r>
            <a:rPr lang="nl-NL"/>
            <a:t>Wat ik toon:</a:t>
          </a:r>
          <a:br>
            <a:rPr lang="nl-NL"/>
          </a:br>
          <a:r>
            <a:rPr lang="nl-NL"/>
            <a:t>De kruisprofiel-selector (isolatie A/B/C × afgifte) met het actieve profiel als chip.</a:t>
          </a:r>
          <a:endParaRPr lang="en-US"/>
        </a:p>
      </dgm:t>
    </dgm:pt>
    <dgm:pt modelId="{8211A8E3-B855-4E1F-B666-9F00DB61D2C4}" type="parTrans" cxnId="{A96A6160-2D2B-4EB2-AD71-9EFF66CCC39B}">
      <dgm:prSet/>
      <dgm:spPr/>
      <dgm:t xml:space="preserve">
        <a:bodyPr/>
        <a:lstStyle/>
        <a:p>
          <a:endParaRPr lang="en-US"/>
        </a:p>
      </dgm:t>
    </dgm:pt>
    <dgm:pt modelId="{90BB2722-E74E-4B76-BEF6-7A64B9252CCC}" type="sibTrans" cxnId="{A96A6160-2D2B-4EB2-AD71-9EFF66CCC39B}">
      <dgm:prSet/>
      <dgm:spPr/>
      <dgm:t xml:space="preserve">
        <a:bodyPr/>
        <a:lstStyle/>
        <a:p>
          <a:endParaRPr lang="en-US"/>
        </a:p>
      </dgm:t>
    </dgm:pt>
    <dgm:pt modelId="{3CF1887A-275D-4307-8C80-BE93EAE0C351}">
      <dgm:prSet/>
      <dgm:spPr/>
      <dgm:t xml:space="preserve">
        <a:bodyPr/>
        <a:lstStyle/>
        <a:p>
          <a:pPr>
            <a:lnSpc>
              <a:spcPct val="100000"/>
            </a:lnSpc>
          </a:pPr>
          <a:r>
            <a:rPr lang="nl-NL"/>
            <a:t>De 4 KPI-kaarten + COP-gauge + pompstatus</a:t>
          </a:r>
          <a:br>
            <a:rPr lang="nl-NL"/>
          </a:br>
          <a:r>
            <a:rPr lang="nl-NL"/>
            <a:t>Gemiddelde COP, connectiviteit, storingen, inregelsnelheid — elk met statuskleur.</a:t>
          </a:r>
          <a:br>
            <a:rPr lang="nl-NL"/>
          </a:br>
          <a:r>
            <a:rPr lang="nl-NL"/>
            <a:t>De grafieken: temperatuurtrend (lijn) en energieverbruik (staaf).</a:t>
          </a:r>
          <a:br>
            <a:rPr lang="nl-NL"/>
          </a:br>
          <a:r>
            <a:rPr lang="nl-NL"/>
            <a:t>Ethiek: de staafgrafiek begint altijd op 0; alle assen hebben labels met eenheden.</a:t>
          </a:r>
          <a:br>
            <a:rPr lang="nl-NL"/>
          </a:br>
          <a:r>
            <a:rPr lang="nl-NL"/>
            <a:t>Bewust zo gebouwd zodat de visualisatie niet misleidt.</a:t>
          </a:r>
          <a:endParaRPr lang="en-US"/>
        </a:p>
      </dgm:t>
    </dgm:pt>
    <dgm:pt modelId="{7262B8CC-1C95-4AEE-BD03-28E26282B078}" type="parTrans" cxnId="{59E9AF80-06D0-472A-88FD-791C6820F0F4}">
      <dgm:prSet/>
      <dgm:spPr/>
      <dgm:t xml:space="preserve">
        <a:bodyPr/>
        <a:lstStyle/>
        <a:p>
          <a:endParaRPr lang="en-US"/>
        </a:p>
      </dgm:t>
    </dgm:pt>
    <dgm:pt modelId="{B36263C1-0F70-4E1D-A25C-5763DDA2CB64}" type="sibTrans" cxnId="{59E9AF80-06D0-472A-88FD-791C6820F0F4}">
      <dgm:prSet/>
      <dgm:spPr/>
      <dgm:t xml:space="preserve">
        <a:bodyPr/>
        <a:lstStyle/>
        <a:p>
          <a:endParaRPr lang="en-US"/>
        </a:p>
      </dgm:t>
    </dgm:pt>
    <dgm:pt modelId="{24F0B7BB-DA98-4131-9C40-CB4E73752B36}">
      <dgm:prSet/>
      <dgm:spPr/>
      <dgm:t xml:space="preserve">
        <a:bodyPr/>
        <a:lstStyle/>
        <a:p>
          <a:pPr>
            <a:lnSpc>
              <a:spcPct val="100000"/>
            </a:lnSpc>
          </a:pPr>
          <a:r>
            <a:rPr lang="nl-NL"/>
            <a:t>Te zeggen: “Dit is het dashboard zoals een planner het ziet.”</a:t>
          </a:r>
          <a:endParaRPr lang="en-US"/>
        </a:p>
      </dgm:t>
    </dgm:pt>
    <dgm:pt modelId="{AA2C24CA-8072-4D1A-B924-A456C2E931CF}" type="parTrans" cxnId="{7690AEC5-32C4-4467-8526-87187B38DBFA}">
      <dgm:prSet/>
      <dgm:spPr/>
      <dgm:t xml:space="preserve">
        <a:bodyPr/>
        <a:lstStyle/>
        <a:p>
          <a:endParaRPr lang="en-US"/>
        </a:p>
      </dgm:t>
    </dgm:pt>
    <dgm:pt modelId="{7D629CFC-8496-4CA5-93CC-627674C170E9}" type="sibTrans" cxnId="{7690AEC5-32C4-4467-8526-87187B38DBFA}">
      <dgm:prSet/>
      <dgm:spPr/>
      <dgm:t xml:space="preserve">
        <a:bodyPr/>
        <a:lstStyle/>
        <a:p>
          <a:endParaRPr lang="en-US"/>
        </a:p>
      </dgm:t>
    </dgm:pt>
    <dgm:pt modelId="{D324432B-AC6D-4810-9FD3-6FF15EA751A2}" type="pres">
      <dgm:prSet presAssocID="{71F07E35-7E0E-4430-91A4-30333B2496AE}" presName="root" presStyleCnt="0">
        <dgm:presLayoutVars>
          <dgm:dir/>
          <dgm:resizeHandles val="exact"/>
        </dgm:presLayoutVars>
      </dgm:prSet>
      <dgm:spPr/>
    </dgm:pt>
    <dgm:pt modelId="{ACD9CB79-CB99-4872-8702-E4FC963E0B73}" type="pres">
      <dgm:prSet presAssocID="{B7556BAE-8932-4AD1-B4CE-C92EAC5952BF}" presName="compNode" presStyleCnt="0"/>
      <dgm:spPr/>
    </dgm:pt>
    <dgm:pt modelId="{DB39B755-60B7-440E-BA2D-41FE2E8F3E37}" type="pres">
      <dgm:prSet presAssocID="{B7556BAE-8932-4AD1-B4CE-C92EAC5952BF}" presName="bgRect" presStyleLbl="bgShp" presStyleIdx="0" presStyleCnt="3"/>
      <dgm:spPr/>
    </dgm:pt>
    <dgm:pt modelId="{DC1A5020-3D75-4072-BC2E-C9B0D127E4EB}" type="pres">
      <dgm:prSet presAssocID="{B7556BAE-8932-4AD1-B4CE-C92EAC5952B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ning bolt"/>
        </a:ext>
      </dgm:extLst>
    </dgm:pt>
    <dgm:pt modelId="{2FC6F1F0-B38F-490D-A47C-8FB4F972CEA9}" type="pres">
      <dgm:prSet presAssocID="{B7556BAE-8932-4AD1-B4CE-C92EAC5952BF}" presName="spaceRect" presStyleCnt="0"/>
      <dgm:spPr/>
    </dgm:pt>
    <dgm:pt modelId="{ACDC3CFD-A914-4CB2-B73E-911B747AFBAA}" type="pres">
      <dgm:prSet presAssocID="{B7556BAE-8932-4AD1-B4CE-C92EAC5952BF}" presName="parTx" presStyleLbl="revTx" presStyleIdx="0" presStyleCnt="3">
        <dgm:presLayoutVars>
          <dgm:chMax val="0"/>
          <dgm:chPref val="0"/>
        </dgm:presLayoutVars>
      </dgm:prSet>
      <dgm:spPr/>
    </dgm:pt>
    <dgm:pt modelId="{AB23E5EB-DFEC-471F-B433-49B210A2000A}" type="pres">
      <dgm:prSet presAssocID="{90BB2722-E74E-4B76-BEF6-7A64B9252CCC}" presName="sibTrans" presStyleCnt="0"/>
      <dgm:spPr/>
    </dgm:pt>
    <dgm:pt modelId="{B2810C86-1174-43FF-8440-905180CC30F9}" type="pres">
      <dgm:prSet presAssocID="{3CF1887A-275D-4307-8C80-BE93EAE0C351}" presName="compNode" presStyleCnt="0"/>
      <dgm:spPr/>
    </dgm:pt>
    <dgm:pt modelId="{71E08EF9-5E66-495D-BEC8-D1A655A37238}" type="pres">
      <dgm:prSet presAssocID="{3CF1887A-275D-4307-8C80-BE93EAE0C351}" presName="bgRect" presStyleLbl="bgShp" presStyleIdx="1" presStyleCnt="3"/>
      <dgm:spPr/>
    </dgm:pt>
    <dgm:pt modelId="{501B3618-2420-47C1-836B-F57DEED6F188}" type="pres">
      <dgm:prSet presAssocID="{3CF1887A-275D-4307-8C80-BE93EAE0C35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w Temperature"/>
        </a:ext>
      </dgm:extLst>
    </dgm:pt>
    <dgm:pt modelId="{068E3697-C606-43B2-BDDA-9FEAD8C69AF4}" type="pres">
      <dgm:prSet presAssocID="{3CF1887A-275D-4307-8C80-BE93EAE0C351}" presName="spaceRect" presStyleCnt="0"/>
      <dgm:spPr/>
    </dgm:pt>
    <dgm:pt modelId="{72D0AD2B-3C59-4659-B587-2F641804A18F}" type="pres">
      <dgm:prSet presAssocID="{3CF1887A-275D-4307-8C80-BE93EAE0C351}" presName="parTx" presStyleLbl="revTx" presStyleIdx="1" presStyleCnt="3">
        <dgm:presLayoutVars>
          <dgm:chMax val="0"/>
          <dgm:chPref val="0"/>
        </dgm:presLayoutVars>
      </dgm:prSet>
      <dgm:spPr/>
    </dgm:pt>
    <dgm:pt modelId="{544DF82C-6E7F-4867-9180-FA2E5711DF1B}" type="pres">
      <dgm:prSet presAssocID="{B36263C1-0F70-4E1D-A25C-5763DDA2CB64}" presName="sibTrans" presStyleCnt="0"/>
      <dgm:spPr/>
    </dgm:pt>
    <dgm:pt modelId="{C3AB5E10-82EE-410F-BC6F-61BC2958E75F}" type="pres">
      <dgm:prSet presAssocID="{24F0B7BB-DA98-4131-9C40-CB4E73752B36}" presName="compNode" presStyleCnt="0"/>
      <dgm:spPr/>
    </dgm:pt>
    <dgm:pt modelId="{2E9E2F27-A0F5-4BE0-BCBD-2D4BA44C34DC}" type="pres">
      <dgm:prSet presAssocID="{24F0B7BB-DA98-4131-9C40-CB4E73752B36}" presName="bgRect" presStyleLbl="bgShp" presStyleIdx="2" presStyleCnt="3"/>
      <dgm:spPr/>
    </dgm:pt>
    <dgm:pt modelId="{A5238095-EB7D-4769-9692-D7B695889806}" type="pres">
      <dgm:prSet presAssocID="{24F0B7BB-DA98-4131-9C40-CB4E73752B3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ndwielen"/>
        </a:ext>
      </dgm:extLst>
    </dgm:pt>
    <dgm:pt modelId="{CC385C7F-B3E5-4234-867A-69AF43FDCCEA}" type="pres">
      <dgm:prSet presAssocID="{24F0B7BB-DA98-4131-9C40-CB4E73752B36}" presName="spaceRect" presStyleCnt="0"/>
      <dgm:spPr/>
    </dgm:pt>
    <dgm:pt modelId="{D5D9EFA4-67F5-42F5-985C-A2936CCCA7D7}" type="pres">
      <dgm:prSet presAssocID="{24F0B7BB-DA98-4131-9C40-CB4E73752B3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54E1D5D-5838-4813-B87B-27C0FF1A32F0}" type="presOf" srcId="{24F0B7BB-DA98-4131-9C40-CB4E73752B36}" destId="{D5D9EFA4-67F5-42F5-985C-A2936CCCA7D7}" srcOrd="0" destOrd="0" presId="urn:microsoft.com/office/officeart/2018/2/layout/IconVerticalSolidList"/>
    <dgm:cxn modelId="{A96A6160-2D2B-4EB2-AD71-9EFF66CCC39B}" srcId="{71F07E35-7E0E-4430-91A4-30333B2496AE}" destId="{B7556BAE-8932-4AD1-B4CE-C92EAC5952BF}" srcOrd="0" destOrd="0" parTransId="{8211A8E3-B855-4E1F-B666-9F00DB61D2C4}" sibTransId="{90BB2722-E74E-4B76-BEF6-7A64B9252CCC}"/>
    <dgm:cxn modelId="{10285E57-D2F3-4A2F-9732-82B54753BD7D}" type="presOf" srcId="{B7556BAE-8932-4AD1-B4CE-C92EAC5952BF}" destId="{ACDC3CFD-A914-4CB2-B73E-911B747AFBAA}" srcOrd="0" destOrd="0" presId="urn:microsoft.com/office/officeart/2018/2/layout/IconVerticalSolidList"/>
    <dgm:cxn modelId="{59E9AF80-06D0-472A-88FD-791C6820F0F4}" srcId="{71F07E35-7E0E-4430-91A4-30333B2496AE}" destId="{3CF1887A-275D-4307-8C80-BE93EAE0C351}" srcOrd="1" destOrd="0" parTransId="{7262B8CC-1C95-4AEE-BD03-28E26282B078}" sibTransId="{B36263C1-0F70-4E1D-A25C-5763DDA2CB64}"/>
    <dgm:cxn modelId="{7690AEC5-32C4-4467-8526-87187B38DBFA}" srcId="{71F07E35-7E0E-4430-91A4-30333B2496AE}" destId="{24F0B7BB-DA98-4131-9C40-CB4E73752B36}" srcOrd="2" destOrd="0" parTransId="{AA2C24CA-8072-4D1A-B924-A456C2E931CF}" sibTransId="{7D629CFC-8496-4CA5-93CC-627674C170E9}"/>
    <dgm:cxn modelId="{6D58ABDD-D2CA-413C-B44B-D27929B003C2}" type="presOf" srcId="{71F07E35-7E0E-4430-91A4-30333B2496AE}" destId="{D324432B-AC6D-4810-9FD3-6FF15EA751A2}" srcOrd="0" destOrd="0" presId="urn:microsoft.com/office/officeart/2018/2/layout/IconVerticalSolidList"/>
    <dgm:cxn modelId="{09641EEF-6563-4D97-AF0F-AED711FFFEEC}" type="presOf" srcId="{3CF1887A-275D-4307-8C80-BE93EAE0C351}" destId="{72D0AD2B-3C59-4659-B587-2F641804A18F}" srcOrd="0" destOrd="0" presId="urn:microsoft.com/office/officeart/2018/2/layout/IconVerticalSolidList"/>
    <dgm:cxn modelId="{C11080D7-5BDC-4197-830A-EEFCC0F2519C}" type="presParOf" srcId="{D324432B-AC6D-4810-9FD3-6FF15EA751A2}" destId="{ACD9CB79-CB99-4872-8702-E4FC963E0B73}" srcOrd="0" destOrd="0" presId="urn:microsoft.com/office/officeart/2018/2/layout/IconVerticalSolidList"/>
    <dgm:cxn modelId="{A4635F1C-B394-4602-8840-9346B0204BA1}" type="presParOf" srcId="{ACD9CB79-CB99-4872-8702-E4FC963E0B73}" destId="{DB39B755-60B7-440E-BA2D-41FE2E8F3E37}" srcOrd="0" destOrd="0" presId="urn:microsoft.com/office/officeart/2018/2/layout/IconVerticalSolidList"/>
    <dgm:cxn modelId="{CB75741A-BD4D-4038-98AA-0659539E1DB5}" type="presParOf" srcId="{ACD9CB79-CB99-4872-8702-E4FC963E0B73}" destId="{DC1A5020-3D75-4072-BC2E-C9B0D127E4EB}" srcOrd="1" destOrd="0" presId="urn:microsoft.com/office/officeart/2018/2/layout/IconVerticalSolidList"/>
    <dgm:cxn modelId="{B7EFAEC0-D842-4C6D-A4C6-7652AFD25AD6}" type="presParOf" srcId="{ACD9CB79-CB99-4872-8702-E4FC963E0B73}" destId="{2FC6F1F0-B38F-490D-A47C-8FB4F972CEA9}" srcOrd="2" destOrd="0" presId="urn:microsoft.com/office/officeart/2018/2/layout/IconVerticalSolidList"/>
    <dgm:cxn modelId="{DEEC7CDE-0B57-400F-BE7A-50DE82176966}" type="presParOf" srcId="{ACD9CB79-CB99-4872-8702-E4FC963E0B73}" destId="{ACDC3CFD-A914-4CB2-B73E-911B747AFBAA}" srcOrd="3" destOrd="0" presId="urn:microsoft.com/office/officeart/2018/2/layout/IconVerticalSolidList"/>
    <dgm:cxn modelId="{DF25FA9E-DF82-4013-8D1C-3624569E5086}" type="presParOf" srcId="{D324432B-AC6D-4810-9FD3-6FF15EA751A2}" destId="{AB23E5EB-DFEC-471F-B433-49B210A2000A}" srcOrd="1" destOrd="0" presId="urn:microsoft.com/office/officeart/2018/2/layout/IconVerticalSolidList"/>
    <dgm:cxn modelId="{C8FC2411-0641-424A-8BF5-C1E88B473764}" type="presParOf" srcId="{D324432B-AC6D-4810-9FD3-6FF15EA751A2}" destId="{B2810C86-1174-43FF-8440-905180CC30F9}" srcOrd="2" destOrd="0" presId="urn:microsoft.com/office/officeart/2018/2/layout/IconVerticalSolidList"/>
    <dgm:cxn modelId="{5A244B3A-96F1-43AF-B529-100ED34F552C}" type="presParOf" srcId="{B2810C86-1174-43FF-8440-905180CC30F9}" destId="{71E08EF9-5E66-495D-BEC8-D1A655A37238}" srcOrd="0" destOrd="0" presId="urn:microsoft.com/office/officeart/2018/2/layout/IconVerticalSolidList"/>
    <dgm:cxn modelId="{DA02E214-FCBC-438E-8D3F-EE1D535B8975}" type="presParOf" srcId="{B2810C86-1174-43FF-8440-905180CC30F9}" destId="{501B3618-2420-47C1-836B-F57DEED6F188}" srcOrd="1" destOrd="0" presId="urn:microsoft.com/office/officeart/2018/2/layout/IconVerticalSolidList"/>
    <dgm:cxn modelId="{015ED07A-5C4A-4E04-BC15-544DD698D937}" type="presParOf" srcId="{B2810C86-1174-43FF-8440-905180CC30F9}" destId="{068E3697-C606-43B2-BDDA-9FEAD8C69AF4}" srcOrd="2" destOrd="0" presId="urn:microsoft.com/office/officeart/2018/2/layout/IconVerticalSolidList"/>
    <dgm:cxn modelId="{FC238DD0-CB2A-428A-A3FC-74E9A5996A0E}" type="presParOf" srcId="{B2810C86-1174-43FF-8440-905180CC30F9}" destId="{72D0AD2B-3C59-4659-B587-2F641804A18F}" srcOrd="3" destOrd="0" presId="urn:microsoft.com/office/officeart/2018/2/layout/IconVerticalSolidList"/>
    <dgm:cxn modelId="{43A15C4B-DF4E-4DD1-9BA1-F70A6C2A89E1}" type="presParOf" srcId="{D324432B-AC6D-4810-9FD3-6FF15EA751A2}" destId="{544DF82C-6E7F-4867-9180-FA2E5711DF1B}" srcOrd="3" destOrd="0" presId="urn:microsoft.com/office/officeart/2018/2/layout/IconVerticalSolidList"/>
    <dgm:cxn modelId="{4ABC90AB-D412-408B-89E9-353FF559E240}" type="presParOf" srcId="{D324432B-AC6D-4810-9FD3-6FF15EA751A2}" destId="{C3AB5E10-82EE-410F-BC6F-61BC2958E75F}" srcOrd="4" destOrd="0" presId="urn:microsoft.com/office/officeart/2018/2/layout/IconVerticalSolidList"/>
    <dgm:cxn modelId="{505E3C05-8464-427B-BFD3-EAF6B4DD5326}" type="presParOf" srcId="{C3AB5E10-82EE-410F-BC6F-61BC2958E75F}" destId="{2E9E2F27-A0F5-4BE0-BCBD-2D4BA44C34DC}" srcOrd="0" destOrd="0" presId="urn:microsoft.com/office/officeart/2018/2/layout/IconVerticalSolidList"/>
    <dgm:cxn modelId="{33871E75-5374-475A-9679-2B72822B473D}" type="presParOf" srcId="{C3AB5E10-82EE-410F-BC6F-61BC2958E75F}" destId="{A5238095-EB7D-4769-9692-D7B695889806}" srcOrd="1" destOrd="0" presId="urn:microsoft.com/office/officeart/2018/2/layout/IconVerticalSolidList"/>
    <dgm:cxn modelId="{CF935CAC-643A-4259-B233-67716ADCCC6A}" type="presParOf" srcId="{C3AB5E10-82EE-410F-BC6F-61BC2958E75F}" destId="{CC385C7F-B3E5-4234-867A-69AF43FDCCEA}" srcOrd="2" destOrd="0" presId="urn:microsoft.com/office/officeart/2018/2/layout/IconVerticalSolidList"/>
    <dgm:cxn modelId="{1E5C4FF6-8275-4EE9-A588-622428F87B46}" type="presParOf" srcId="{C3AB5E10-82EE-410F-BC6F-61BC2958E75F}" destId="{D5D9EFA4-67F5-42F5-985C-A2936CCCA7D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109B8CB-C0DE-472C-AA79-7F721F180A5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 xml:space="preserve">
        <a:bodyPr/>
        <a:lstStyle/>
        <a:p>
          <a:endParaRPr lang="en-US"/>
        </a:p>
      </dgm:t>
    </dgm:pt>
    <dgm:pt modelId="{24D1C5D0-B883-4E7C-9E90-B5B379D430C6}">
      <dgm:prSet/>
      <dgm:spPr/>
      <dgm:t xml:space="preserve">
        <a:bodyPr/>
        <a:lstStyle/>
        <a:p>
          <a:pPr>
            <a:lnSpc>
              <a:spcPct val="100000"/>
            </a:lnSpc>
          </a:pPr>
          <a:r>
            <a:rPr lang="nl-NL"/>
            <a:t>Wat ik toon:</a:t>
          </a:r>
          <a:br>
            <a:rPr lang="nl-NL"/>
          </a:br>
          <a:r>
            <a:rPr lang="nl-NL"/>
            <a:t>De DecisionSupportCard: oordeel (goed/acceptabel/onvoldoende) met kleur, icoon en factor-uitsplitsing.</a:t>
          </a:r>
          <a:br>
            <a:rPr lang="nl-NL"/>
          </a:br>
          <a:r>
            <a:rPr lang="nl-NL"/>
            <a:t>Plus een aanbevolen actie en een disclaimer: “ondersteuning, niet als definitief oordeel.”</a:t>
          </a:r>
          <a:endParaRPr lang="en-US"/>
        </a:p>
      </dgm:t>
    </dgm:pt>
    <dgm:pt modelId="{5575AF1C-FCC9-4C86-893D-FCFF2565C131}" type="parTrans" cxnId="{72FEB243-8617-461E-B8D0-63F7E644D035}">
      <dgm:prSet/>
      <dgm:spPr/>
      <dgm:t xml:space="preserve">
        <a:bodyPr/>
        <a:lstStyle/>
        <a:p>
          <a:endParaRPr lang="en-US"/>
        </a:p>
      </dgm:t>
    </dgm:pt>
    <dgm:pt modelId="{47EDFCF3-0C89-479F-8944-D3E7CC1C324B}" type="sibTrans" cxnId="{72FEB243-8617-461E-B8D0-63F7E644D035}">
      <dgm:prSet/>
      <dgm:spPr/>
      <dgm:t xml:space="preserve"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3A758DD-537D-4269-865F-D943C0528C30}">
      <dgm:prSet/>
      <dgm:spPr/>
      <dgm:t xml:space="preserve">
        <a:bodyPr/>
        <a:lstStyle/>
        <a:p>
          <a:pPr>
            <a:lnSpc>
              <a:spcPct val="100000"/>
            </a:lnSpc>
          </a:pPr>
          <a:r>
            <a:rPr lang="nl-NL"/>
            <a:t>Wat ik doe (de kern):</a:t>
          </a:r>
          <a:br>
            <a:rPr lang="nl-NL"/>
          </a:br>
          <a:r>
            <a:rPr lang="nl-NL"/>
            <a:t>Ik wissel het kruisprofiel — bv. B2 → C3. De 5 pompen worden herscoord tegen strengere drempels.</a:t>
          </a:r>
          <a:br>
            <a:rPr lang="nl-NL"/>
          </a:br>
          <a:r>
            <a:rPr lang="nl-NL"/>
            <a:t>De COP-KPI en het oordeel veranderen zichtbaar — live op het scherm.</a:t>
          </a:r>
          <a:endParaRPr lang="en-US"/>
        </a:p>
      </dgm:t>
    </dgm:pt>
    <dgm:pt modelId="{7E75B447-7B57-4F40-9CDF-3F44EF7E69C5}" type="parTrans" cxnId="{1D226C04-F2CC-4864-AC45-84DCD0F9D234}">
      <dgm:prSet/>
      <dgm:spPr/>
      <dgm:t xml:space="preserve">
        <a:bodyPr/>
        <a:lstStyle/>
        <a:p>
          <a:endParaRPr lang="en-US"/>
        </a:p>
      </dgm:t>
    </dgm:pt>
    <dgm:pt modelId="{466D8E2F-A6CE-4ADA-A903-04CD62A950CF}" type="sibTrans" cxnId="{1D226C04-F2CC-4864-AC45-84DCD0F9D234}">
      <dgm:prSet/>
      <dgm:spPr/>
      <dgm:t xml:space="preserve"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25E3DEF-F64E-46F5-B5EF-90F8C5F64803}">
      <dgm:prSet/>
      <dgm:spPr/>
      <dgm:t xml:space="preserve">
        <a:bodyPr/>
        <a:lstStyle/>
        <a:p>
          <a:pPr>
            <a:lnSpc>
              <a:spcPct val="100000"/>
            </a:lnSpc>
          </a:pPr>
          <a:r>
            <a:rPr lang="nl-NL"/>
            <a:t>Belangrijk om te zeggen:</a:t>
          </a:r>
          <a:br>
            <a:rPr lang="nl-NL"/>
          </a:br>
          <a:r>
            <a:rPr lang="nl-NL"/>
            <a:t>De drempels komen uit de TNO Activiteit 2.1-catalogus — niet hardcoded, maar per kruisprofiel.</a:t>
          </a:r>
          <a:br>
            <a:rPr lang="nl-NL"/>
          </a:br>
          <a:r>
            <a:rPr lang="nl-NL"/>
            <a:t>Daarom kan het oordeel per profiel verschillen.</a:t>
          </a:r>
          <a:endParaRPr lang="en-US"/>
        </a:p>
      </dgm:t>
    </dgm:pt>
    <dgm:pt modelId="{DE1AE5CB-319F-457E-928C-F289A7DFE6AA}" type="parTrans" cxnId="{EB22EE1F-0742-49B7-9CB8-B843ADCA9C4A}">
      <dgm:prSet/>
      <dgm:spPr/>
      <dgm:t xml:space="preserve">
        <a:bodyPr/>
        <a:lstStyle/>
        <a:p>
          <a:endParaRPr lang="en-US"/>
        </a:p>
      </dgm:t>
    </dgm:pt>
    <dgm:pt modelId="{6308DBAC-64E6-4EEC-96AB-B06CB99790B7}" type="sibTrans" cxnId="{EB22EE1F-0742-49B7-9CB8-B843ADCA9C4A}">
      <dgm:prSet/>
      <dgm:spPr/>
      <dgm:t xml:space="preserve"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0B0A9A9-F2A9-4359-AAFB-C3260DC0F8A0}">
      <dgm:prSet/>
      <dgm:spPr/>
      <dgm:t xml:space="preserve">
        <a:bodyPr/>
        <a:lstStyle/>
        <a:p>
          <a:pPr>
            <a:lnSpc>
              <a:spcPct val="100000"/>
            </a:lnSpc>
          </a:pPr>
          <a:r>
            <a:rPr lang="nl-NL"/>
            <a:t>Zo verwoord ik het:</a:t>
          </a:r>
          <a:br>
            <a:rPr lang="nl-NL"/>
          </a:br>
          <a:r>
            <a:rPr lang="nl-NL"/>
            <a:t>“Door het profiel te wisselen ziet u de beslissingslogica live reageren op de TNO-drempels.”</a:t>
          </a:r>
          <a:endParaRPr lang="en-US"/>
        </a:p>
      </dgm:t>
    </dgm:pt>
    <dgm:pt modelId="{ADB8C2C4-A0CE-43DD-B37A-05A8979F47CC}" type="parTrans" cxnId="{5BB9AFEB-8302-4E8E-A846-84C2AE84A6CD}">
      <dgm:prSet/>
      <dgm:spPr/>
      <dgm:t xml:space="preserve">
        <a:bodyPr/>
        <a:lstStyle/>
        <a:p>
          <a:endParaRPr lang="en-US"/>
        </a:p>
      </dgm:t>
    </dgm:pt>
    <dgm:pt modelId="{03D36BA8-B991-42C0-847F-88CA323EED99}" type="sibTrans" cxnId="{5BB9AFEB-8302-4E8E-A846-84C2AE84A6CD}">
      <dgm:prSet/>
      <dgm:spPr/>
      <dgm:t xml:space="preserve">
        <a:bodyPr/>
        <a:lstStyle/>
        <a:p>
          <a:endParaRPr lang="en-US"/>
        </a:p>
      </dgm:t>
    </dgm:pt>
    <dgm:pt modelId="{B82CA94D-D29A-475E-8A6D-D57D8BF85FE1}" type="pres">
      <dgm:prSet presAssocID="{D109B8CB-C0DE-472C-AA79-7F721F180A5C}" presName="root" presStyleCnt="0">
        <dgm:presLayoutVars>
          <dgm:dir/>
          <dgm:resizeHandles val="exact"/>
        </dgm:presLayoutVars>
      </dgm:prSet>
      <dgm:spPr/>
    </dgm:pt>
    <dgm:pt modelId="{31DD73AA-8BC3-4590-B64A-DA3FDFE972A9}" type="pres">
      <dgm:prSet presAssocID="{24D1C5D0-B883-4E7C-9E90-B5B379D430C6}" presName="compNode" presStyleCnt="0"/>
      <dgm:spPr/>
    </dgm:pt>
    <dgm:pt modelId="{E80B1AEB-ED3E-435E-B74A-B202D04FCB00}" type="pres">
      <dgm:prSet presAssocID="{24D1C5D0-B883-4E7C-9E90-B5B379D430C6}" presName="bgRect" presStyleLbl="bgShp" presStyleIdx="0" presStyleCnt="4"/>
      <dgm:spPr/>
    </dgm:pt>
    <dgm:pt modelId="{C3DA8735-4D5E-4230-9B70-BE4AB1787BD2}" type="pres">
      <dgm:prSet presAssocID="{24D1C5D0-B883-4E7C-9E90-B5B379D430C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Lock"/>
        </a:ext>
      </dgm:extLst>
    </dgm:pt>
    <dgm:pt modelId="{C16351BE-57DB-4323-8395-5C4F83228384}" type="pres">
      <dgm:prSet presAssocID="{24D1C5D0-B883-4E7C-9E90-B5B379D430C6}" presName="spaceRect" presStyleCnt="0"/>
      <dgm:spPr/>
    </dgm:pt>
    <dgm:pt modelId="{4859A152-B838-44A5-8474-3C1CB881E03E}" type="pres">
      <dgm:prSet presAssocID="{24D1C5D0-B883-4E7C-9E90-B5B379D430C6}" presName="parTx" presStyleLbl="revTx" presStyleIdx="0" presStyleCnt="4">
        <dgm:presLayoutVars>
          <dgm:chMax val="0"/>
          <dgm:chPref val="0"/>
        </dgm:presLayoutVars>
      </dgm:prSet>
      <dgm:spPr/>
    </dgm:pt>
    <dgm:pt modelId="{E530527E-B890-4552-A145-99B294CCBEAF}" type="pres">
      <dgm:prSet presAssocID="{47EDFCF3-0C89-479F-8944-D3E7CC1C324B}" presName="sibTrans" presStyleCnt="0"/>
      <dgm:spPr/>
    </dgm:pt>
    <dgm:pt modelId="{1AF487CB-B915-461E-991F-F461A424CBBF}" type="pres">
      <dgm:prSet presAssocID="{63A758DD-537D-4269-865F-D943C0528C30}" presName="compNode" presStyleCnt="0"/>
      <dgm:spPr/>
    </dgm:pt>
    <dgm:pt modelId="{1BDDB991-465B-4E96-B14B-A10A79B42F01}" type="pres">
      <dgm:prSet presAssocID="{63A758DD-537D-4269-865F-D943C0528C30}" presName="bgRect" presStyleLbl="bgShp" presStyleIdx="1" presStyleCnt="4"/>
      <dgm:spPr/>
    </dgm:pt>
    <dgm:pt modelId="{B18D9B7F-F090-4827-AF22-4A964E7DE9F4}" type="pres">
      <dgm:prSet presAssocID="{63A758DD-537D-4269-865F-D943C0528C3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ur"/>
        </a:ext>
      </dgm:extLst>
    </dgm:pt>
    <dgm:pt modelId="{2B78FD81-B412-401B-AF06-FAB32AC32D69}" type="pres">
      <dgm:prSet presAssocID="{63A758DD-537D-4269-865F-D943C0528C30}" presName="spaceRect" presStyleCnt="0"/>
      <dgm:spPr/>
    </dgm:pt>
    <dgm:pt modelId="{2D8105BB-D8DF-405C-BA13-BA67C45ECDF6}" type="pres">
      <dgm:prSet presAssocID="{63A758DD-537D-4269-865F-D943C0528C30}" presName="parTx" presStyleLbl="revTx" presStyleIdx="1" presStyleCnt="4">
        <dgm:presLayoutVars>
          <dgm:chMax val="0"/>
          <dgm:chPref val="0"/>
        </dgm:presLayoutVars>
      </dgm:prSet>
      <dgm:spPr/>
    </dgm:pt>
    <dgm:pt modelId="{8600075F-D743-4189-8512-442AE47F7F04}" type="pres">
      <dgm:prSet presAssocID="{466D8E2F-A6CE-4ADA-A903-04CD62A950CF}" presName="sibTrans" presStyleCnt="0"/>
      <dgm:spPr/>
    </dgm:pt>
    <dgm:pt modelId="{CD0F9E7E-A59B-4BA4-86BC-9DFA1FF23B8E}" type="pres">
      <dgm:prSet presAssocID="{C25E3DEF-F64E-46F5-B5EF-90F8C5F64803}" presName="compNode" presStyleCnt="0"/>
      <dgm:spPr/>
    </dgm:pt>
    <dgm:pt modelId="{38A88AED-EED2-481C-AAE4-A66276B2CDFB}" type="pres">
      <dgm:prSet presAssocID="{C25E3DEF-F64E-46F5-B5EF-90F8C5F64803}" presName="bgRect" presStyleLbl="bgShp" presStyleIdx="2" presStyleCnt="4"/>
      <dgm:spPr/>
    </dgm:pt>
    <dgm:pt modelId="{539520D8-FA78-4B7C-B277-56EB5447B648}" type="pres">
      <dgm:prSet presAssocID="{C25E3DEF-F64E-46F5-B5EF-90F8C5F6480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5AFBBFE-08C4-4D61-98EF-9E84083ACE7F}" type="pres">
      <dgm:prSet presAssocID="{C25E3DEF-F64E-46F5-B5EF-90F8C5F64803}" presName="spaceRect" presStyleCnt="0"/>
      <dgm:spPr/>
    </dgm:pt>
    <dgm:pt modelId="{870BA05D-0333-4C23-A3E6-3C60869A362D}" type="pres">
      <dgm:prSet presAssocID="{C25E3DEF-F64E-46F5-B5EF-90F8C5F64803}" presName="parTx" presStyleLbl="revTx" presStyleIdx="2" presStyleCnt="4">
        <dgm:presLayoutVars>
          <dgm:chMax val="0"/>
          <dgm:chPref val="0"/>
        </dgm:presLayoutVars>
      </dgm:prSet>
      <dgm:spPr/>
    </dgm:pt>
    <dgm:pt modelId="{E7D20DEB-783D-4680-BCBF-AB0FA59F4EDA}" type="pres">
      <dgm:prSet presAssocID="{6308DBAC-64E6-4EEC-96AB-B06CB99790B7}" presName="sibTrans" presStyleCnt="0"/>
      <dgm:spPr/>
    </dgm:pt>
    <dgm:pt modelId="{1B7AF33D-CA25-45AF-8709-840A225F929E}" type="pres">
      <dgm:prSet presAssocID="{30B0A9A9-F2A9-4359-AAFB-C3260DC0F8A0}" presName="compNode" presStyleCnt="0"/>
      <dgm:spPr/>
    </dgm:pt>
    <dgm:pt modelId="{2940DF06-50CC-4E79-A0D0-2C6EF0E50FE6}" type="pres">
      <dgm:prSet presAssocID="{30B0A9A9-F2A9-4359-AAFB-C3260DC0F8A0}" presName="bgRect" presStyleLbl="bgShp" presStyleIdx="3" presStyleCnt="4"/>
      <dgm:spPr/>
    </dgm:pt>
    <dgm:pt modelId="{9CCD2882-CC53-4C2D-81BF-5CB587184BB1}" type="pres">
      <dgm:prSet presAssocID="{30B0A9A9-F2A9-4359-AAFB-C3260DC0F8A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rgrendelen"/>
        </a:ext>
      </dgm:extLst>
    </dgm:pt>
    <dgm:pt modelId="{B0E9F26F-982E-4A49-BFE6-25CAAC70C75B}" type="pres">
      <dgm:prSet presAssocID="{30B0A9A9-F2A9-4359-AAFB-C3260DC0F8A0}" presName="spaceRect" presStyleCnt="0"/>
      <dgm:spPr/>
    </dgm:pt>
    <dgm:pt modelId="{72FDC713-240A-4C28-96A2-1ECCDDCA3027}" type="pres">
      <dgm:prSet presAssocID="{30B0A9A9-F2A9-4359-AAFB-C3260DC0F8A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D226C04-F2CC-4864-AC45-84DCD0F9D234}" srcId="{D109B8CB-C0DE-472C-AA79-7F721F180A5C}" destId="{63A758DD-537D-4269-865F-D943C0528C30}" srcOrd="1" destOrd="0" parTransId="{7E75B447-7B57-4F40-9CDF-3F44EF7E69C5}" sibTransId="{466D8E2F-A6CE-4ADA-A903-04CD62A950CF}"/>
    <dgm:cxn modelId="{F5324D17-BAC7-44B2-B242-A9918FD80D39}" type="presOf" srcId="{30B0A9A9-F2A9-4359-AAFB-C3260DC0F8A0}" destId="{72FDC713-240A-4C28-96A2-1ECCDDCA3027}" srcOrd="0" destOrd="0" presId="urn:microsoft.com/office/officeart/2018/2/layout/IconVerticalSolidList"/>
    <dgm:cxn modelId="{EB22EE1F-0742-49B7-9CB8-B843ADCA9C4A}" srcId="{D109B8CB-C0DE-472C-AA79-7F721F180A5C}" destId="{C25E3DEF-F64E-46F5-B5EF-90F8C5F64803}" srcOrd="2" destOrd="0" parTransId="{DE1AE5CB-319F-457E-928C-F289A7DFE6AA}" sibTransId="{6308DBAC-64E6-4EEC-96AB-B06CB99790B7}"/>
    <dgm:cxn modelId="{72FEB243-8617-461E-B8D0-63F7E644D035}" srcId="{D109B8CB-C0DE-472C-AA79-7F721F180A5C}" destId="{24D1C5D0-B883-4E7C-9E90-B5B379D430C6}" srcOrd="0" destOrd="0" parTransId="{5575AF1C-FCC9-4C86-893D-FCFF2565C131}" sibTransId="{47EDFCF3-0C89-479F-8944-D3E7CC1C324B}"/>
    <dgm:cxn modelId="{1C4B2C6B-BA41-4CBF-B2EF-B693A54C330C}" type="presOf" srcId="{C25E3DEF-F64E-46F5-B5EF-90F8C5F64803}" destId="{870BA05D-0333-4C23-A3E6-3C60869A362D}" srcOrd="0" destOrd="0" presId="urn:microsoft.com/office/officeart/2018/2/layout/IconVerticalSolidList"/>
    <dgm:cxn modelId="{B01C7B4B-1867-448C-A84D-C9472CFEAF5F}" type="presOf" srcId="{D109B8CB-C0DE-472C-AA79-7F721F180A5C}" destId="{B82CA94D-D29A-475E-8A6D-D57D8BF85FE1}" srcOrd="0" destOrd="0" presId="urn:microsoft.com/office/officeart/2018/2/layout/IconVerticalSolidList"/>
    <dgm:cxn modelId="{6642764D-E4E8-46D8-A26C-8B0CF5D612F8}" type="presOf" srcId="{63A758DD-537D-4269-865F-D943C0528C30}" destId="{2D8105BB-D8DF-405C-BA13-BA67C45ECDF6}" srcOrd="0" destOrd="0" presId="urn:microsoft.com/office/officeart/2018/2/layout/IconVerticalSolidList"/>
    <dgm:cxn modelId="{5BB9AFEB-8302-4E8E-A846-84C2AE84A6CD}" srcId="{D109B8CB-C0DE-472C-AA79-7F721F180A5C}" destId="{30B0A9A9-F2A9-4359-AAFB-C3260DC0F8A0}" srcOrd="3" destOrd="0" parTransId="{ADB8C2C4-A0CE-43DD-B37A-05A8979F47CC}" sibTransId="{03D36BA8-B991-42C0-847F-88CA323EED99}"/>
    <dgm:cxn modelId="{A377D8F8-752C-43D1-8482-01D960611F98}" type="presOf" srcId="{24D1C5D0-B883-4E7C-9E90-B5B379D430C6}" destId="{4859A152-B838-44A5-8474-3C1CB881E03E}" srcOrd="0" destOrd="0" presId="urn:microsoft.com/office/officeart/2018/2/layout/IconVerticalSolidList"/>
    <dgm:cxn modelId="{79F6FAD2-CBDF-4218-9698-218D7792CECC}" type="presParOf" srcId="{B82CA94D-D29A-475E-8A6D-D57D8BF85FE1}" destId="{31DD73AA-8BC3-4590-B64A-DA3FDFE972A9}" srcOrd="0" destOrd="0" presId="urn:microsoft.com/office/officeart/2018/2/layout/IconVerticalSolidList"/>
    <dgm:cxn modelId="{994A629D-C56D-42AE-B7E1-3863A340AC59}" type="presParOf" srcId="{31DD73AA-8BC3-4590-B64A-DA3FDFE972A9}" destId="{E80B1AEB-ED3E-435E-B74A-B202D04FCB00}" srcOrd="0" destOrd="0" presId="urn:microsoft.com/office/officeart/2018/2/layout/IconVerticalSolidList"/>
    <dgm:cxn modelId="{17D4BD2F-FFD8-4F2A-8490-44702A322B87}" type="presParOf" srcId="{31DD73AA-8BC3-4590-B64A-DA3FDFE972A9}" destId="{C3DA8735-4D5E-4230-9B70-BE4AB1787BD2}" srcOrd="1" destOrd="0" presId="urn:microsoft.com/office/officeart/2018/2/layout/IconVerticalSolidList"/>
    <dgm:cxn modelId="{DF0A33FC-D2DD-421C-913C-278B39466830}" type="presParOf" srcId="{31DD73AA-8BC3-4590-B64A-DA3FDFE972A9}" destId="{C16351BE-57DB-4323-8395-5C4F83228384}" srcOrd="2" destOrd="0" presId="urn:microsoft.com/office/officeart/2018/2/layout/IconVerticalSolidList"/>
    <dgm:cxn modelId="{71EC938C-665A-432D-A8A8-7A3B0D786FE7}" type="presParOf" srcId="{31DD73AA-8BC3-4590-B64A-DA3FDFE972A9}" destId="{4859A152-B838-44A5-8474-3C1CB881E03E}" srcOrd="3" destOrd="0" presId="urn:microsoft.com/office/officeart/2018/2/layout/IconVerticalSolidList"/>
    <dgm:cxn modelId="{0C03D24A-6393-42DB-AE87-1239EA83FFD6}" type="presParOf" srcId="{B82CA94D-D29A-475E-8A6D-D57D8BF85FE1}" destId="{E530527E-B890-4552-A145-99B294CCBEAF}" srcOrd="1" destOrd="0" presId="urn:microsoft.com/office/officeart/2018/2/layout/IconVerticalSolidList"/>
    <dgm:cxn modelId="{944B7564-B4CE-4364-A817-FAF556E83CBB}" type="presParOf" srcId="{B82CA94D-D29A-475E-8A6D-D57D8BF85FE1}" destId="{1AF487CB-B915-461E-991F-F461A424CBBF}" srcOrd="2" destOrd="0" presId="urn:microsoft.com/office/officeart/2018/2/layout/IconVerticalSolidList"/>
    <dgm:cxn modelId="{BB63047F-6E3D-4E52-8F23-205997B9EE17}" type="presParOf" srcId="{1AF487CB-B915-461E-991F-F461A424CBBF}" destId="{1BDDB991-465B-4E96-B14B-A10A79B42F01}" srcOrd="0" destOrd="0" presId="urn:microsoft.com/office/officeart/2018/2/layout/IconVerticalSolidList"/>
    <dgm:cxn modelId="{7280E37C-485E-41B2-9984-F30C4FD34D3E}" type="presParOf" srcId="{1AF487CB-B915-461E-991F-F461A424CBBF}" destId="{B18D9B7F-F090-4827-AF22-4A964E7DE9F4}" srcOrd="1" destOrd="0" presId="urn:microsoft.com/office/officeart/2018/2/layout/IconVerticalSolidList"/>
    <dgm:cxn modelId="{8D50EF05-D1DA-471D-8650-B4FBD7D9DF44}" type="presParOf" srcId="{1AF487CB-B915-461E-991F-F461A424CBBF}" destId="{2B78FD81-B412-401B-AF06-FAB32AC32D69}" srcOrd="2" destOrd="0" presId="urn:microsoft.com/office/officeart/2018/2/layout/IconVerticalSolidList"/>
    <dgm:cxn modelId="{63D2E3AA-9159-48FF-95BF-0296608DAA65}" type="presParOf" srcId="{1AF487CB-B915-461E-991F-F461A424CBBF}" destId="{2D8105BB-D8DF-405C-BA13-BA67C45ECDF6}" srcOrd="3" destOrd="0" presId="urn:microsoft.com/office/officeart/2018/2/layout/IconVerticalSolidList"/>
    <dgm:cxn modelId="{EEA454BC-69EE-4F28-8BA5-06422D972465}" type="presParOf" srcId="{B82CA94D-D29A-475E-8A6D-D57D8BF85FE1}" destId="{8600075F-D743-4189-8512-442AE47F7F04}" srcOrd="3" destOrd="0" presId="urn:microsoft.com/office/officeart/2018/2/layout/IconVerticalSolidList"/>
    <dgm:cxn modelId="{2DE2FE5D-81D2-4243-A302-8975366AFBEE}" type="presParOf" srcId="{B82CA94D-D29A-475E-8A6D-D57D8BF85FE1}" destId="{CD0F9E7E-A59B-4BA4-86BC-9DFA1FF23B8E}" srcOrd="4" destOrd="0" presId="urn:microsoft.com/office/officeart/2018/2/layout/IconVerticalSolidList"/>
    <dgm:cxn modelId="{2AE8F078-61AB-45F5-A25B-52A87736A7EB}" type="presParOf" srcId="{CD0F9E7E-A59B-4BA4-86BC-9DFA1FF23B8E}" destId="{38A88AED-EED2-481C-AAE4-A66276B2CDFB}" srcOrd="0" destOrd="0" presId="urn:microsoft.com/office/officeart/2018/2/layout/IconVerticalSolidList"/>
    <dgm:cxn modelId="{02E86EDB-086C-41D9-9D22-28AC45DF4379}" type="presParOf" srcId="{CD0F9E7E-A59B-4BA4-86BC-9DFA1FF23B8E}" destId="{539520D8-FA78-4B7C-B277-56EB5447B648}" srcOrd="1" destOrd="0" presId="urn:microsoft.com/office/officeart/2018/2/layout/IconVerticalSolidList"/>
    <dgm:cxn modelId="{9AF22B29-6809-4A46-B786-21FBA29F3196}" type="presParOf" srcId="{CD0F9E7E-A59B-4BA4-86BC-9DFA1FF23B8E}" destId="{95AFBBFE-08C4-4D61-98EF-9E84083ACE7F}" srcOrd="2" destOrd="0" presId="urn:microsoft.com/office/officeart/2018/2/layout/IconVerticalSolidList"/>
    <dgm:cxn modelId="{E576A8EB-CA18-41D1-A70F-F7A7D2977D46}" type="presParOf" srcId="{CD0F9E7E-A59B-4BA4-86BC-9DFA1FF23B8E}" destId="{870BA05D-0333-4C23-A3E6-3C60869A362D}" srcOrd="3" destOrd="0" presId="urn:microsoft.com/office/officeart/2018/2/layout/IconVerticalSolidList"/>
    <dgm:cxn modelId="{415F5731-D6AB-42FD-81E6-B0A6425C3FF7}" type="presParOf" srcId="{B82CA94D-D29A-475E-8A6D-D57D8BF85FE1}" destId="{E7D20DEB-783D-4680-BCBF-AB0FA59F4EDA}" srcOrd="5" destOrd="0" presId="urn:microsoft.com/office/officeart/2018/2/layout/IconVerticalSolidList"/>
    <dgm:cxn modelId="{9612C867-A371-48FA-B6BF-D2E0AF8F8DB5}" type="presParOf" srcId="{B82CA94D-D29A-475E-8A6D-D57D8BF85FE1}" destId="{1B7AF33D-CA25-45AF-8709-840A225F929E}" srcOrd="6" destOrd="0" presId="urn:microsoft.com/office/officeart/2018/2/layout/IconVerticalSolidList"/>
    <dgm:cxn modelId="{2F466400-368B-47AB-AD87-9FB25FEAF8B6}" type="presParOf" srcId="{1B7AF33D-CA25-45AF-8709-840A225F929E}" destId="{2940DF06-50CC-4E79-A0D0-2C6EF0E50FE6}" srcOrd="0" destOrd="0" presId="urn:microsoft.com/office/officeart/2018/2/layout/IconVerticalSolidList"/>
    <dgm:cxn modelId="{7C9CF61D-C203-4C3D-B271-745DCE4B73A4}" type="presParOf" srcId="{1B7AF33D-CA25-45AF-8709-840A225F929E}" destId="{9CCD2882-CC53-4C2D-81BF-5CB587184BB1}" srcOrd="1" destOrd="0" presId="urn:microsoft.com/office/officeart/2018/2/layout/IconVerticalSolidList"/>
    <dgm:cxn modelId="{C1595AB2-C605-48C3-A363-BACF0932F33E}" type="presParOf" srcId="{1B7AF33D-CA25-45AF-8709-840A225F929E}" destId="{B0E9F26F-982E-4A49-BFE6-25CAAC70C75B}" srcOrd="2" destOrd="0" presId="urn:microsoft.com/office/officeart/2018/2/layout/IconVerticalSolidList"/>
    <dgm:cxn modelId="{86DCED1A-5B02-4049-972E-4B5DD6DBB411}" type="presParOf" srcId="{1B7AF33D-CA25-45AF-8709-840A225F929E}" destId="{72FDC713-240A-4C28-96A2-1ECCDDCA302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67BEE73-013E-4CC8-BB11-2313AAF8526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 xml:space="preserve">
        <a:bodyPr/>
        <a:lstStyle/>
        <a:p>
          <a:endParaRPr lang="en-US"/>
        </a:p>
      </dgm:t>
    </dgm:pt>
    <dgm:pt modelId="{226649DD-346B-4D86-A58D-0DEE3089EF89}">
      <dgm:prSet/>
      <dgm:spPr/>
      <dgm:t xml:space="preserve">
        <a:bodyPr/>
        <a:lstStyle/>
        <a:p>
          <a:pPr>
            <a:lnSpc>
              <a:spcPct val="100000"/>
            </a:lnSpc>
          </a:pPr>
          <a:r>
            <a:rPr lang="nl-NL" b="1" dirty="0"/>
            <a:t>Wat ik toon:</a:t>
          </a:r>
          <a:br>
            <a:rPr lang="nl-NL" dirty="0"/>
          </a:br>
          <a:r>
            <a:rPr lang="nl-NL" dirty="0"/>
            <a:t>Klik “Naar detail”: per pomp specs, COP vs. verwachte COP (met weer-context), storingscodes, SET-paneel.</a:t>
          </a:r>
          <a:endParaRPr lang="en-US" dirty="0"/>
        </a:p>
      </dgm:t>
    </dgm:pt>
    <dgm:pt modelId="{E02F4772-C096-44CE-8445-2262EFA99146}" type="parTrans" cxnId="{E4C9D56E-0AD6-43EA-ADF9-234836A04359}">
      <dgm:prSet/>
      <dgm:spPr/>
      <dgm:t xml:space="preserve">
        <a:bodyPr/>
        <a:lstStyle/>
        <a:p>
          <a:endParaRPr lang="en-US"/>
        </a:p>
      </dgm:t>
    </dgm:pt>
    <dgm:pt modelId="{9D48601C-BD80-48A1-989B-37D03F1FDD15}" type="sibTrans" cxnId="{E4C9D56E-0AD6-43EA-ADF9-234836A04359}">
      <dgm:prSet/>
      <dgm:spPr/>
      <dgm:t xml:space="preserve">
        <a:bodyPr/>
        <a:lstStyle/>
        <a:p>
          <a:endParaRPr lang="en-US"/>
        </a:p>
      </dgm:t>
    </dgm:pt>
    <dgm:pt modelId="{745442E2-758F-4E0C-96F9-51B946C8E5F6}">
      <dgm:prSet/>
      <dgm:spPr/>
      <dgm:t xml:space="preserve">
        <a:bodyPr/>
        <a:lstStyle/>
        <a:p>
          <a:pPr>
            <a:lnSpc>
              <a:spcPct val="100000"/>
            </a:lnSpc>
          </a:pPr>
          <a:r>
            <a:rPr lang="nl-NL" b="1" dirty="0"/>
            <a:t>Rollen:</a:t>
          </a:r>
          <a:r>
            <a:rPr lang="nl-NL" dirty="0"/>
            <a:t>beheerder ↔ installateur</a:t>
          </a:r>
          <a:br>
            <a:rPr lang="nl-NL" dirty="0"/>
          </a:br>
          <a:r>
            <a:rPr lang="nl-NL" b="1" dirty="0"/>
            <a:t>Twee workflows:</a:t>
          </a:r>
          <a:r>
            <a:rPr lang="nl-NL" dirty="0"/>
            <a:t>monitoring-dashboard versus de “Inregelen”/BAG-zoekflow (PDOK BAG + weer-lookup).</a:t>
          </a:r>
          <a:br>
            <a:rPr lang="nl-NL" dirty="0"/>
          </a:br>
          <a:r>
            <a:rPr lang="nl-NL" b="1" dirty="0"/>
            <a:t>Responsive:</a:t>
          </a:r>
          <a:r>
            <a:rPr lang="nl-NL" dirty="0"/>
            <a:t>venster verkleinen naar tablet — zijbalk klapt in, geen horizontale overflow.</a:t>
          </a:r>
          <a:br>
            <a:rPr lang="nl-NL" dirty="0"/>
          </a:br>
          <a:r>
            <a:rPr lang="nl-NL" b="1" dirty="0"/>
            <a:t>Let op de 4 KPI's:</a:t>
          </a:r>
          <a:r>
            <a:rPr lang="nl-NL" dirty="0"/>
            <a:t xml:space="preserve">drie tellen mee voor het oordeel (COP, connectiviteit, storingen). </a:t>
          </a:r>
          <a:r>
            <a:rPr lang="nl-NL" dirty="0" err="1"/>
            <a:t>Inregelsnelheid</a:t>
          </a:r>
          <a:r>
            <a:rPr lang="nl-NL" dirty="0"/>
            <a:t xml:space="preserve"> is een eerlijke placeholder — Hupie levert nog geen commissioning-</a:t>
          </a:r>
          <a:r>
            <a:rPr lang="nl-NL" dirty="0" err="1"/>
            <a:t>timestamps</a:t>
          </a:r>
          <a:r>
            <a:rPr lang="nl-NL" dirty="0"/>
            <a:t>.</a:t>
          </a:r>
          <a:endParaRPr lang="en-US" dirty="0"/>
        </a:p>
      </dgm:t>
    </dgm:pt>
    <dgm:pt modelId="{DA095B2B-F825-494C-94BC-0DBEECBAA816}" type="parTrans" cxnId="{FC1F84D5-3534-4CFF-9164-26C4290A9CB6}">
      <dgm:prSet/>
      <dgm:spPr/>
      <dgm:t xml:space="preserve">
        <a:bodyPr/>
        <a:lstStyle/>
        <a:p>
          <a:endParaRPr lang="en-US"/>
        </a:p>
      </dgm:t>
    </dgm:pt>
    <dgm:pt modelId="{3ADBDBEE-3257-41EB-8030-21BDAA235C60}" type="sibTrans" cxnId="{FC1F84D5-3534-4CFF-9164-26C4290A9CB6}">
      <dgm:prSet/>
      <dgm:spPr/>
      <dgm:t xml:space="preserve">
        <a:bodyPr/>
        <a:lstStyle/>
        <a:p>
          <a:endParaRPr lang="en-US"/>
        </a:p>
      </dgm:t>
    </dgm:pt>
    <dgm:pt modelId="{93BC3C5F-7E9D-43B6-ACB7-0D50D5121E6C}">
      <dgm:prSet/>
      <dgm:spPr/>
      <dgm:t xml:space="preserve">
        <a:bodyPr/>
        <a:lstStyle/>
        <a:p>
          <a:pPr>
            <a:lnSpc>
              <a:spcPct val="100000"/>
            </a:lnSpc>
          </a:pPr>
          <a:r>
            <a:rPr lang="nl-NL" b="1" dirty="0"/>
            <a:t>Eerlijk benoemen:</a:t>
          </a:r>
          <a:br>
            <a:rPr lang="nl-NL" dirty="0"/>
          </a:br>
          <a:r>
            <a:rPr lang="nl-NL" dirty="0"/>
            <a:t>de decisionEngine scoort drie van de vier KPI's — geen bug, maar een bekende beperking van de databron.</a:t>
          </a:r>
          <a:endParaRPr lang="en-US" dirty="0"/>
        </a:p>
      </dgm:t>
    </dgm:pt>
    <dgm:pt modelId="{221460CC-BC60-4418-A3C1-68C28AF14B31}" type="parTrans" cxnId="{F444E27F-BC7B-441B-AA5A-8F70A3EA475F}">
      <dgm:prSet/>
      <dgm:spPr/>
      <dgm:t xml:space="preserve">
        <a:bodyPr/>
        <a:lstStyle/>
        <a:p>
          <a:endParaRPr lang="en-US"/>
        </a:p>
      </dgm:t>
    </dgm:pt>
    <dgm:pt modelId="{F27AE436-DDAF-4D31-A79F-9C513C8E7704}" type="sibTrans" cxnId="{F444E27F-BC7B-441B-AA5A-8F70A3EA475F}">
      <dgm:prSet/>
      <dgm:spPr/>
      <dgm:t xml:space="preserve">
        <a:bodyPr/>
        <a:lstStyle/>
        <a:p>
          <a:endParaRPr lang="en-US"/>
        </a:p>
      </dgm:t>
    </dgm:pt>
    <dgm:pt modelId="{AE07C7D1-953B-454D-8BDC-AB44407DC844}" type="pres">
      <dgm:prSet presAssocID="{C67BEE73-013E-4CC8-BB11-2313AAF85263}" presName="root" presStyleCnt="0">
        <dgm:presLayoutVars>
          <dgm:dir/>
          <dgm:resizeHandles val="exact"/>
        </dgm:presLayoutVars>
      </dgm:prSet>
      <dgm:spPr/>
    </dgm:pt>
    <dgm:pt modelId="{C6F8D263-EC6A-4D95-8E37-55E0E82A3A77}" type="pres">
      <dgm:prSet presAssocID="{226649DD-346B-4D86-A58D-0DEE3089EF89}" presName="compNode" presStyleCnt="0"/>
      <dgm:spPr/>
    </dgm:pt>
    <dgm:pt modelId="{09C392AA-9819-4CFE-810C-01D09BA9D700}" type="pres">
      <dgm:prSet presAssocID="{226649DD-346B-4D86-A58D-0DEE3089EF89}" presName="bgRect" presStyleLbl="bgShp" presStyleIdx="0" presStyleCnt="3"/>
      <dgm:spPr/>
    </dgm:pt>
    <dgm:pt modelId="{1D88D118-F192-44F9-B471-5A98803A9FA5}" type="pres">
      <dgm:prSet presAssocID="{226649DD-346B-4D86-A58D-0DEE3089EF8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oomdiagram"/>
        </a:ext>
      </dgm:extLst>
    </dgm:pt>
    <dgm:pt modelId="{4FB0EA41-1138-47A5-A810-4B28B0C1F850}" type="pres">
      <dgm:prSet presAssocID="{226649DD-346B-4D86-A58D-0DEE3089EF89}" presName="spaceRect" presStyleCnt="0"/>
      <dgm:spPr/>
    </dgm:pt>
    <dgm:pt modelId="{1BD5FA64-2B3F-49E7-A604-116960686573}" type="pres">
      <dgm:prSet presAssocID="{226649DD-346B-4D86-A58D-0DEE3089EF89}" presName="parTx" presStyleLbl="revTx" presStyleIdx="0" presStyleCnt="3">
        <dgm:presLayoutVars>
          <dgm:chMax val="0"/>
          <dgm:chPref val="0"/>
        </dgm:presLayoutVars>
      </dgm:prSet>
      <dgm:spPr/>
    </dgm:pt>
    <dgm:pt modelId="{6DDC4796-3402-4A8B-81A5-167D8E5C6A2E}" type="pres">
      <dgm:prSet presAssocID="{9D48601C-BD80-48A1-989B-37D03F1FDD15}" presName="sibTrans" presStyleCnt="0"/>
      <dgm:spPr/>
    </dgm:pt>
    <dgm:pt modelId="{C24A6460-8943-4D8A-8BB1-90CA605DB392}" type="pres">
      <dgm:prSet presAssocID="{745442E2-758F-4E0C-96F9-51B946C8E5F6}" presName="compNode" presStyleCnt="0"/>
      <dgm:spPr/>
    </dgm:pt>
    <dgm:pt modelId="{E31A44AE-1E34-4832-9869-D544730497FB}" type="pres">
      <dgm:prSet presAssocID="{745442E2-758F-4E0C-96F9-51B946C8E5F6}" presName="bgRect" presStyleLbl="bgShp" presStyleIdx="1" presStyleCnt="3"/>
      <dgm:spPr/>
    </dgm:pt>
    <dgm:pt modelId="{221E158B-EAC3-434C-B567-31EB16099DB5}" type="pres">
      <dgm:prSet presAssocID="{745442E2-758F-4E0C-96F9-51B946C8E5F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eken"/>
        </a:ext>
      </dgm:extLst>
    </dgm:pt>
    <dgm:pt modelId="{1D686184-6A63-4F68-941E-81804B1B38AC}" type="pres">
      <dgm:prSet presAssocID="{745442E2-758F-4E0C-96F9-51B946C8E5F6}" presName="spaceRect" presStyleCnt="0"/>
      <dgm:spPr/>
    </dgm:pt>
    <dgm:pt modelId="{6E5B1668-977D-4C28-9D93-15999E06F429}" type="pres">
      <dgm:prSet presAssocID="{745442E2-758F-4E0C-96F9-51B946C8E5F6}" presName="parTx" presStyleLbl="revTx" presStyleIdx="1" presStyleCnt="3">
        <dgm:presLayoutVars>
          <dgm:chMax val="0"/>
          <dgm:chPref val="0"/>
        </dgm:presLayoutVars>
      </dgm:prSet>
      <dgm:spPr/>
    </dgm:pt>
    <dgm:pt modelId="{961D3CCD-2C80-423E-B8E8-C9FE61A09158}" type="pres">
      <dgm:prSet presAssocID="{3ADBDBEE-3257-41EB-8030-21BDAA235C60}" presName="sibTrans" presStyleCnt="0"/>
      <dgm:spPr/>
    </dgm:pt>
    <dgm:pt modelId="{5145757F-C83D-42A5-AE23-77EF60D482FB}" type="pres">
      <dgm:prSet presAssocID="{93BC3C5F-7E9D-43B6-ACB7-0D50D5121E6C}" presName="compNode" presStyleCnt="0"/>
      <dgm:spPr/>
    </dgm:pt>
    <dgm:pt modelId="{5323CE6B-9589-42B6-9210-6AA9206F7794}" type="pres">
      <dgm:prSet presAssocID="{93BC3C5F-7E9D-43B6-ACB7-0D50D5121E6C}" presName="bgRect" presStyleLbl="bgShp" presStyleIdx="2" presStyleCnt="3"/>
      <dgm:spPr/>
    </dgm:pt>
    <dgm:pt modelId="{B270C37B-08BD-4671-8805-1DED5E59A22E}" type="pres">
      <dgm:prSet presAssocID="{93BC3C5F-7E9D-43B6-ACB7-0D50D5121E6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ndwielen"/>
        </a:ext>
      </dgm:extLst>
    </dgm:pt>
    <dgm:pt modelId="{273DF844-9750-42E7-A39A-A7A6D7CF91C8}" type="pres">
      <dgm:prSet presAssocID="{93BC3C5F-7E9D-43B6-ACB7-0D50D5121E6C}" presName="spaceRect" presStyleCnt="0"/>
      <dgm:spPr/>
    </dgm:pt>
    <dgm:pt modelId="{4A68F52A-C531-44FE-A7CB-CA58266283F2}" type="pres">
      <dgm:prSet presAssocID="{93BC3C5F-7E9D-43B6-ACB7-0D50D5121E6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7524116-2CBA-4432-BFC0-BDEF96DCE14C}" type="presOf" srcId="{745442E2-758F-4E0C-96F9-51B946C8E5F6}" destId="{6E5B1668-977D-4C28-9D93-15999E06F429}" srcOrd="0" destOrd="0" presId="urn:microsoft.com/office/officeart/2018/2/layout/IconVerticalSolidList"/>
    <dgm:cxn modelId="{E8A0766D-0E94-4EA1-B5AA-5488C33DC8CE}" type="presOf" srcId="{93BC3C5F-7E9D-43B6-ACB7-0D50D5121E6C}" destId="{4A68F52A-C531-44FE-A7CB-CA58266283F2}" srcOrd="0" destOrd="0" presId="urn:microsoft.com/office/officeart/2018/2/layout/IconVerticalSolidList"/>
    <dgm:cxn modelId="{E4C9D56E-0AD6-43EA-ADF9-234836A04359}" srcId="{C67BEE73-013E-4CC8-BB11-2313AAF85263}" destId="{226649DD-346B-4D86-A58D-0DEE3089EF89}" srcOrd="0" destOrd="0" parTransId="{E02F4772-C096-44CE-8445-2262EFA99146}" sibTransId="{9D48601C-BD80-48A1-989B-37D03F1FDD15}"/>
    <dgm:cxn modelId="{F444E27F-BC7B-441B-AA5A-8F70A3EA475F}" srcId="{C67BEE73-013E-4CC8-BB11-2313AAF85263}" destId="{93BC3C5F-7E9D-43B6-ACB7-0D50D5121E6C}" srcOrd="2" destOrd="0" parTransId="{221460CC-BC60-4418-A3C1-68C28AF14B31}" sibTransId="{F27AE436-DDAF-4D31-A79F-9C513C8E7704}"/>
    <dgm:cxn modelId="{41CAE59A-F3FF-4A4C-8891-F3B7F596A692}" type="presOf" srcId="{C67BEE73-013E-4CC8-BB11-2313AAF85263}" destId="{AE07C7D1-953B-454D-8BDC-AB44407DC844}" srcOrd="0" destOrd="0" presId="urn:microsoft.com/office/officeart/2018/2/layout/IconVerticalSolidList"/>
    <dgm:cxn modelId="{FC1F84D5-3534-4CFF-9164-26C4290A9CB6}" srcId="{C67BEE73-013E-4CC8-BB11-2313AAF85263}" destId="{745442E2-758F-4E0C-96F9-51B946C8E5F6}" srcOrd="1" destOrd="0" parTransId="{DA095B2B-F825-494C-94BC-0DBEECBAA816}" sibTransId="{3ADBDBEE-3257-41EB-8030-21BDAA235C60}"/>
    <dgm:cxn modelId="{6234D3EA-88D4-4EAB-AB8E-1CDAFB11098E}" type="presOf" srcId="{226649DD-346B-4D86-A58D-0DEE3089EF89}" destId="{1BD5FA64-2B3F-49E7-A604-116960686573}" srcOrd="0" destOrd="0" presId="urn:microsoft.com/office/officeart/2018/2/layout/IconVerticalSolidList"/>
    <dgm:cxn modelId="{3CECA11D-8E58-4958-8C94-5580B182D99C}" type="presParOf" srcId="{AE07C7D1-953B-454D-8BDC-AB44407DC844}" destId="{C6F8D263-EC6A-4D95-8E37-55E0E82A3A77}" srcOrd="0" destOrd="0" presId="urn:microsoft.com/office/officeart/2018/2/layout/IconVerticalSolidList"/>
    <dgm:cxn modelId="{AFA71B02-CA4C-4F23-A087-C0D78C6BDB16}" type="presParOf" srcId="{C6F8D263-EC6A-4D95-8E37-55E0E82A3A77}" destId="{09C392AA-9819-4CFE-810C-01D09BA9D700}" srcOrd="0" destOrd="0" presId="urn:microsoft.com/office/officeart/2018/2/layout/IconVerticalSolidList"/>
    <dgm:cxn modelId="{FEB78723-99AD-463E-81F0-18F48ACFA470}" type="presParOf" srcId="{C6F8D263-EC6A-4D95-8E37-55E0E82A3A77}" destId="{1D88D118-F192-44F9-B471-5A98803A9FA5}" srcOrd="1" destOrd="0" presId="urn:microsoft.com/office/officeart/2018/2/layout/IconVerticalSolidList"/>
    <dgm:cxn modelId="{EE061015-F9BC-4F1B-AD12-4166DBB4886A}" type="presParOf" srcId="{C6F8D263-EC6A-4D95-8E37-55E0E82A3A77}" destId="{4FB0EA41-1138-47A5-A810-4B28B0C1F850}" srcOrd="2" destOrd="0" presId="urn:microsoft.com/office/officeart/2018/2/layout/IconVerticalSolidList"/>
    <dgm:cxn modelId="{FAE30C2A-8880-442F-BE64-6A9F5AA9E4EC}" type="presParOf" srcId="{C6F8D263-EC6A-4D95-8E37-55E0E82A3A77}" destId="{1BD5FA64-2B3F-49E7-A604-116960686573}" srcOrd="3" destOrd="0" presId="urn:microsoft.com/office/officeart/2018/2/layout/IconVerticalSolidList"/>
    <dgm:cxn modelId="{61B8E894-751C-4276-9B40-81A47AED5317}" type="presParOf" srcId="{AE07C7D1-953B-454D-8BDC-AB44407DC844}" destId="{6DDC4796-3402-4A8B-81A5-167D8E5C6A2E}" srcOrd="1" destOrd="0" presId="urn:microsoft.com/office/officeart/2018/2/layout/IconVerticalSolidList"/>
    <dgm:cxn modelId="{769726F6-8E4B-4417-8E56-8CB332447DE1}" type="presParOf" srcId="{AE07C7D1-953B-454D-8BDC-AB44407DC844}" destId="{C24A6460-8943-4D8A-8BB1-90CA605DB392}" srcOrd="2" destOrd="0" presId="urn:microsoft.com/office/officeart/2018/2/layout/IconVerticalSolidList"/>
    <dgm:cxn modelId="{B39086D0-1554-4470-9F8C-752998980ADB}" type="presParOf" srcId="{C24A6460-8943-4D8A-8BB1-90CA605DB392}" destId="{E31A44AE-1E34-4832-9869-D544730497FB}" srcOrd="0" destOrd="0" presId="urn:microsoft.com/office/officeart/2018/2/layout/IconVerticalSolidList"/>
    <dgm:cxn modelId="{C05B33DB-9AD1-4477-9DC1-2E1B1D934CA9}" type="presParOf" srcId="{C24A6460-8943-4D8A-8BB1-90CA605DB392}" destId="{221E158B-EAC3-434C-B567-31EB16099DB5}" srcOrd="1" destOrd="0" presId="urn:microsoft.com/office/officeart/2018/2/layout/IconVerticalSolidList"/>
    <dgm:cxn modelId="{E29E77AD-150E-4C57-AEEB-52B2BEB5B1CF}" type="presParOf" srcId="{C24A6460-8943-4D8A-8BB1-90CA605DB392}" destId="{1D686184-6A63-4F68-941E-81804B1B38AC}" srcOrd="2" destOrd="0" presId="urn:microsoft.com/office/officeart/2018/2/layout/IconVerticalSolidList"/>
    <dgm:cxn modelId="{02FE0986-9097-4BD7-8A17-5B333ACAFFD8}" type="presParOf" srcId="{C24A6460-8943-4D8A-8BB1-90CA605DB392}" destId="{6E5B1668-977D-4C28-9D93-15999E06F429}" srcOrd="3" destOrd="0" presId="urn:microsoft.com/office/officeart/2018/2/layout/IconVerticalSolidList"/>
    <dgm:cxn modelId="{76DC8A46-DDB0-41D6-B139-1D27A0D3C7C1}" type="presParOf" srcId="{AE07C7D1-953B-454D-8BDC-AB44407DC844}" destId="{961D3CCD-2C80-423E-B8E8-C9FE61A09158}" srcOrd="3" destOrd="0" presId="urn:microsoft.com/office/officeart/2018/2/layout/IconVerticalSolidList"/>
    <dgm:cxn modelId="{932FE9E1-C170-460A-9B50-E4A43A350430}" type="presParOf" srcId="{AE07C7D1-953B-454D-8BDC-AB44407DC844}" destId="{5145757F-C83D-42A5-AE23-77EF60D482FB}" srcOrd="4" destOrd="0" presId="urn:microsoft.com/office/officeart/2018/2/layout/IconVerticalSolidList"/>
    <dgm:cxn modelId="{08D525EF-DC16-4F40-9BC3-3E3FE01EDD0F}" type="presParOf" srcId="{5145757F-C83D-42A5-AE23-77EF60D482FB}" destId="{5323CE6B-9589-42B6-9210-6AA9206F7794}" srcOrd="0" destOrd="0" presId="urn:microsoft.com/office/officeart/2018/2/layout/IconVerticalSolidList"/>
    <dgm:cxn modelId="{D16BC9F3-92CB-4BEE-AE1F-D8FEEA58170D}" type="presParOf" srcId="{5145757F-C83D-42A5-AE23-77EF60D482FB}" destId="{B270C37B-08BD-4671-8805-1DED5E59A22E}" srcOrd="1" destOrd="0" presId="urn:microsoft.com/office/officeart/2018/2/layout/IconVerticalSolidList"/>
    <dgm:cxn modelId="{A7643D0A-FAFF-4169-80AE-65032026E4CD}" type="presParOf" srcId="{5145757F-C83D-42A5-AE23-77EF60D482FB}" destId="{273DF844-9750-42E7-A39A-A7A6D7CF91C8}" srcOrd="2" destOrd="0" presId="urn:microsoft.com/office/officeart/2018/2/layout/IconVerticalSolidList"/>
    <dgm:cxn modelId="{531EA97D-7DA8-4264-A4BC-CD6108942C2C}" type="presParOf" srcId="{5145757F-C83D-42A5-AE23-77EF60D482FB}" destId="{4A68F52A-C531-44FE-A7CB-CA58266283F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05EF1EB-0AB4-43F9-A82D-243D9B2EAA4E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2" csCatId="accent2" phldr="1"/>
      <dgm:spPr/>
      <dgm:t xml:space="preserve">
        <a:bodyPr/>
        <a:lstStyle/>
        <a:p>
          <a:endParaRPr lang="en-US"/>
        </a:p>
      </dgm:t>
    </dgm:pt>
    <dgm:pt modelId="{BA63E905-7C28-4FCD-BD8A-D8938EB0F86F}">
      <dgm:prSet/>
      <dgm:spPr/>
      <dgm:t xml:space="preserve">
        <a:bodyPr/>
        <a:lstStyle/>
        <a:p>
          <a:pPr>
            <a:defRPr cap="all"/>
          </a:pPr>
          <a:r>
            <a:rPr lang="nl-NL"/>
            <a:t>7 verbetervoorstellen (VV-21 t/m VV-27) op de product backlog — uit echte bevindingen, met MoSCoW-prioriteit.</a:t>
          </a:r>
          <a:endParaRPr lang="en-US"/>
        </a:p>
      </dgm:t>
    </dgm:pt>
    <dgm:pt modelId="{7DC90973-2DDD-4730-9154-42F99A349A15}" type="parTrans" cxnId="{EE2B009C-717D-4ADD-9AF5-9218A17F9FC2}">
      <dgm:prSet/>
      <dgm:spPr/>
      <dgm:t xml:space="preserve">
        <a:bodyPr/>
        <a:lstStyle/>
        <a:p>
          <a:endParaRPr lang="en-US"/>
        </a:p>
      </dgm:t>
    </dgm:pt>
    <dgm:pt modelId="{90B599E7-CCAC-4075-B00E-FA86B8150FEC}" type="sibTrans" cxnId="{EE2B009C-717D-4ADD-9AF5-9218A17F9FC2}">
      <dgm:prSet/>
      <dgm:spPr/>
      <dgm:t xml:space="preserve">
        <a:bodyPr/>
        <a:lstStyle/>
        <a:p>
          <a:endParaRPr lang="en-US"/>
        </a:p>
      </dgm:t>
    </dgm:pt>
    <dgm:pt modelId="{58A0A046-12BC-4AA0-BB66-184004707557}">
      <dgm:prSet/>
      <dgm:spPr/>
      <dgm:t xml:space="preserve">
        <a:bodyPr/>
        <a:lstStyle/>
        <a:p>
          <a:pPr>
            <a:defRPr cap="all"/>
          </a:pPr>
          <a:r>
            <a:rPr lang="nl-NL"/>
            <a:t>Wat ging goed: gelaagde architectuur, bewust en eerlijk testen, de two-phase fetch die de timeout oploste.</a:t>
          </a:r>
          <a:endParaRPr lang="en-US"/>
        </a:p>
      </dgm:t>
    </dgm:pt>
    <dgm:pt modelId="{46333D4A-C2AC-4A4C-AB75-24BBFB034D67}" type="parTrans" cxnId="{343BCB52-3493-46E3-9090-456497113BD4}">
      <dgm:prSet/>
      <dgm:spPr/>
      <dgm:t xml:space="preserve">
        <a:bodyPr/>
        <a:lstStyle/>
        <a:p>
          <a:endParaRPr lang="en-US"/>
        </a:p>
      </dgm:t>
    </dgm:pt>
    <dgm:pt modelId="{87821CAE-DEDC-47B4-AB9A-E4D4D219DEE2}" type="sibTrans" cxnId="{343BCB52-3493-46E3-9090-456497113BD4}">
      <dgm:prSet/>
      <dgm:spPr/>
      <dgm:t xml:space="preserve">
        <a:bodyPr/>
        <a:lstStyle/>
        <a:p>
          <a:endParaRPr lang="en-US"/>
        </a:p>
      </dgm:t>
    </dgm:pt>
    <dgm:pt modelId="{24DC87EA-E5E5-4815-9986-3390B3FC1C53}">
      <dgm:prSet/>
      <dgm:spPr/>
      <dgm:t xml:space="preserve">
        <a:bodyPr/>
        <a:lstStyle/>
        <a:p>
          <a:pPr>
            <a:defRPr cap="all"/>
          </a:pPr>
          <a:r>
            <a:rPr lang="nl-NL"/>
            <a:t>Wat beter kan: mobile-first beginnen, testscenario's eerder schrijven, scrumboard consequenter bijwerken.</a:t>
          </a:r>
          <a:endParaRPr lang="en-US"/>
        </a:p>
      </dgm:t>
    </dgm:pt>
    <dgm:pt modelId="{AC1E5455-EDE2-4C27-95CB-7F7EAD6B3813}" type="parTrans" cxnId="{54DF02F1-BD05-445F-9B88-85F2A998E0AD}">
      <dgm:prSet/>
      <dgm:spPr/>
      <dgm:t xml:space="preserve">
        <a:bodyPr/>
        <a:lstStyle/>
        <a:p>
          <a:endParaRPr lang="en-US"/>
        </a:p>
      </dgm:t>
    </dgm:pt>
    <dgm:pt modelId="{CBDE9CA4-7DFF-43EF-B001-8E046AD4D8E8}" type="sibTrans" cxnId="{54DF02F1-BD05-445F-9B88-85F2A998E0AD}">
      <dgm:prSet/>
      <dgm:spPr/>
      <dgm:t xml:space="preserve">
        <a:bodyPr/>
        <a:lstStyle/>
        <a:p>
          <a:endParaRPr lang="en-US"/>
        </a:p>
      </dgm:t>
    </dgm:pt>
    <dgm:pt modelId="{611A5694-E64E-4464-9C7D-D79808A32B2E}" type="pres">
      <dgm:prSet presAssocID="{E05EF1EB-0AB4-43F9-A82D-243D9B2EAA4E}" presName="root" presStyleCnt="0">
        <dgm:presLayoutVars>
          <dgm:dir/>
          <dgm:resizeHandles val="exact"/>
        </dgm:presLayoutVars>
      </dgm:prSet>
      <dgm:spPr/>
    </dgm:pt>
    <dgm:pt modelId="{F3AD234A-6120-4E77-BAE3-C4EB42FAB993}" type="pres">
      <dgm:prSet presAssocID="{BA63E905-7C28-4FCD-BD8A-D8938EB0F86F}" presName="compNode" presStyleCnt="0"/>
      <dgm:spPr/>
    </dgm:pt>
    <dgm:pt modelId="{3CD5FBF7-5465-4961-B80C-B60C769B7468}" type="pres">
      <dgm:prSet presAssocID="{BA63E905-7C28-4FCD-BD8A-D8938EB0F86F}" presName="iconBgRect" presStyleLbl="bgShp" presStyleIdx="0" presStyleCnt="3"/>
      <dgm:spPr/>
    </dgm:pt>
    <dgm:pt modelId="{89863E68-9F95-4CE9-A987-5AD60C3AA8A6}" type="pres">
      <dgm:prSet presAssocID="{BA63E905-7C28-4FCD-BD8A-D8938EB0F86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ten"/>
        </a:ext>
      </dgm:extLst>
    </dgm:pt>
    <dgm:pt modelId="{CB93F662-71A6-444A-A10D-F8912302D166}" type="pres">
      <dgm:prSet presAssocID="{BA63E905-7C28-4FCD-BD8A-D8938EB0F86F}" presName="spaceRect" presStyleCnt="0"/>
      <dgm:spPr/>
    </dgm:pt>
    <dgm:pt modelId="{65E3A60E-E629-4DE2-902E-9EA078539CBD}" type="pres">
      <dgm:prSet presAssocID="{BA63E905-7C28-4FCD-BD8A-D8938EB0F86F}" presName="textRect" presStyleLbl="revTx" presStyleIdx="0" presStyleCnt="3">
        <dgm:presLayoutVars>
          <dgm:chMax val="1"/>
          <dgm:chPref val="1"/>
        </dgm:presLayoutVars>
      </dgm:prSet>
      <dgm:spPr/>
    </dgm:pt>
    <dgm:pt modelId="{B3C7A208-556C-4B81-A7D9-AEA9E2C96F53}" type="pres">
      <dgm:prSet presAssocID="{90B599E7-CCAC-4075-B00E-FA86B8150FEC}" presName="sibTrans" presStyleCnt="0"/>
      <dgm:spPr/>
    </dgm:pt>
    <dgm:pt modelId="{1FF39DD9-E5F1-4EF7-824C-47E084CFDAEC}" type="pres">
      <dgm:prSet presAssocID="{58A0A046-12BC-4AA0-BB66-184004707557}" presName="compNode" presStyleCnt="0"/>
      <dgm:spPr/>
    </dgm:pt>
    <dgm:pt modelId="{DF8C32B7-35AA-40B1-95A8-6459C22682D1}" type="pres">
      <dgm:prSet presAssocID="{58A0A046-12BC-4AA0-BB66-184004707557}" presName="iconBgRect" presStyleLbl="bgShp" presStyleIdx="1" presStyleCnt="3"/>
      <dgm:spPr/>
    </dgm:pt>
    <dgm:pt modelId="{9AE72CDB-1A2C-46E2-BAFF-F3BBE00AFA02}" type="pres">
      <dgm:prSet presAssocID="{58A0A046-12BC-4AA0-BB66-18400470755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vron Arrows"/>
        </a:ext>
      </dgm:extLst>
    </dgm:pt>
    <dgm:pt modelId="{2B9CA1F6-4C8E-4D61-87E4-86805DA7E0F4}" type="pres">
      <dgm:prSet presAssocID="{58A0A046-12BC-4AA0-BB66-184004707557}" presName="spaceRect" presStyleCnt="0"/>
      <dgm:spPr/>
    </dgm:pt>
    <dgm:pt modelId="{1E7781D0-1F09-49D0-8377-438187205C83}" type="pres">
      <dgm:prSet presAssocID="{58A0A046-12BC-4AA0-BB66-184004707557}" presName="textRect" presStyleLbl="revTx" presStyleIdx="1" presStyleCnt="3">
        <dgm:presLayoutVars>
          <dgm:chMax val="1"/>
          <dgm:chPref val="1"/>
        </dgm:presLayoutVars>
      </dgm:prSet>
      <dgm:spPr/>
    </dgm:pt>
    <dgm:pt modelId="{54071C4A-A9B2-4530-BE1B-EDAADD5090C4}" type="pres">
      <dgm:prSet presAssocID="{87821CAE-DEDC-47B4-AB9A-E4D4D219DEE2}" presName="sibTrans" presStyleCnt="0"/>
      <dgm:spPr/>
    </dgm:pt>
    <dgm:pt modelId="{BFE051F8-3794-4632-B930-CC2F7D77C50F}" type="pres">
      <dgm:prSet presAssocID="{24DC87EA-E5E5-4815-9986-3390B3FC1C53}" presName="compNode" presStyleCnt="0"/>
      <dgm:spPr/>
    </dgm:pt>
    <dgm:pt modelId="{A69E4C87-877C-4C9A-BF0A-8A330C260B8D}" type="pres">
      <dgm:prSet presAssocID="{24DC87EA-E5E5-4815-9986-3390B3FC1C53}" presName="iconBgRect" presStyleLbl="bgShp" presStyleIdx="2" presStyleCnt="3"/>
      <dgm:spPr/>
    </dgm:pt>
    <dgm:pt modelId="{80A46789-CE5C-4486-B5F3-D66C50C5C6CA}" type="pres">
      <dgm:prSet presAssocID="{24DC87EA-E5E5-4815-9986-3390B3FC1C5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nkje"/>
        </a:ext>
      </dgm:extLst>
    </dgm:pt>
    <dgm:pt modelId="{C3C31036-AA6C-4DDE-A8DA-3DC8FCE5D32F}" type="pres">
      <dgm:prSet presAssocID="{24DC87EA-E5E5-4815-9986-3390B3FC1C53}" presName="spaceRect" presStyleCnt="0"/>
      <dgm:spPr/>
    </dgm:pt>
    <dgm:pt modelId="{16902E29-C6F7-4612-BA15-DA5812D31579}" type="pres">
      <dgm:prSet presAssocID="{24DC87EA-E5E5-4815-9986-3390B3FC1C5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9AC1F27-235A-42B2-A2F7-CD13E295918A}" type="presOf" srcId="{BA63E905-7C28-4FCD-BD8A-D8938EB0F86F}" destId="{65E3A60E-E629-4DE2-902E-9EA078539CBD}" srcOrd="0" destOrd="0" presId="urn:microsoft.com/office/officeart/2018/5/layout/IconCircleLabelList"/>
    <dgm:cxn modelId="{6911BA3B-89D2-4294-9927-582EE5B9DDBB}" type="presOf" srcId="{58A0A046-12BC-4AA0-BB66-184004707557}" destId="{1E7781D0-1F09-49D0-8377-438187205C83}" srcOrd="0" destOrd="0" presId="urn:microsoft.com/office/officeart/2018/5/layout/IconCircleLabelList"/>
    <dgm:cxn modelId="{FEEF726D-3475-4AC2-BB0F-F5EBD0B58D34}" type="presOf" srcId="{24DC87EA-E5E5-4815-9986-3390B3FC1C53}" destId="{16902E29-C6F7-4612-BA15-DA5812D31579}" srcOrd="0" destOrd="0" presId="urn:microsoft.com/office/officeart/2018/5/layout/IconCircleLabelList"/>
    <dgm:cxn modelId="{343BCB52-3493-46E3-9090-456497113BD4}" srcId="{E05EF1EB-0AB4-43F9-A82D-243D9B2EAA4E}" destId="{58A0A046-12BC-4AA0-BB66-184004707557}" srcOrd="1" destOrd="0" parTransId="{46333D4A-C2AC-4A4C-AB75-24BBFB034D67}" sibTransId="{87821CAE-DEDC-47B4-AB9A-E4D4D219DEE2}"/>
    <dgm:cxn modelId="{B37D8758-ADBA-417B-9A68-AC0F57018114}" type="presOf" srcId="{E05EF1EB-0AB4-43F9-A82D-243D9B2EAA4E}" destId="{611A5694-E64E-4464-9C7D-D79808A32B2E}" srcOrd="0" destOrd="0" presId="urn:microsoft.com/office/officeart/2018/5/layout/IconCircleLabelList"/>
    <dgm:cxn modelId="{EE2B009C-717D-4ADD-9AF5-9218A17F9FC2}" srcId="{E05EF1EB-0AB4-43F9-A82D-243D9B2EAA4E}" destId="{BA63E905-7C28-4FCD-BD8A-D8938EB0F86F}" srcOrd="0" destOrd="0" parTransId="{7DC90973-2DDD-4730-9154-42F99A349A15}" sibTransId="{90B599E7-CCAC-4075-B00E-FA86B8150FEC}"/>
    <dgm:cxn modelId="{54DF02F1-BD05-445F-9B88-85F2A998E0AD}" srcId="{E05EF1EB-0AB4-43F9-A82D-243D9B2EAA4E}" destId="{24DC87EA-E5E5-4815-9986-3390B3FC1C53}" srcOrd="2" destOrd="0" parTransId="{AC1E5455-EDE2-4C27-95CB-7F7EAD6B3813}" sibTransId="{CBDE9CA4-7DFF-43EF-B001-8E046AD4D8E8}"/>
    <dgm:cxn modelId="{BF6EDFAF-DF9B-49F7-8715-4B66E177CE31}" type="presParOf" srcId="{611A5694-E64E-4464-9C7D-D79808A32B2E}" destId="{F3AD234A-6120-4E77-BAE3-C4EB42FAB993}" srcOrd="0" destOrd="0" presId="urn:microsoft.com/office/officeart/2018/5/layout/IconCircleLabelList"/>
    <dgm:cxn modelId="{4E305A91-0480-4E61-B98B-EE4AFF884E1A}" type="presParOf" srcId="{F3AD234A-6120-4E77-BAE3-C4EB42FAB993}" destId="{3CD5FBF7-5465-4961-B80C-B60C769B7468}" srcOrd="0" destOrd="0" presId="urn:microsoft.com/office/officeart/2018/5/layout/IconCircleLabelList"/>
    <dgm:cxn modelId="{9AB27EF1-27F4-4D55-A676-8F61AADC6A87}" type="presParOf" srcId="{F3AD234A-6120-4E77-BAE3-C4EB42FAB993}" destId="{89863E68-9F95-4CE9-A987-5AD60C3AA8A6}" srcOrd="1" destOrd="0" presId="urn:microsoft.com/office/officeart/2018/5/layout/IconCircleLabelList"/>
    <dgm:cxn modelId="{5BCE3C6F-F2A2-42EF-9444-4EA132027AE8}" type="presParOf" srcId="{F3AD234A-6120-4E77-BAE3-C4EB42FAB993}" destId="{CB93F662-71A6-444A-A10D-F8912302D166}" srcOrd="2" destOrd="0" presId="urn:microsoft.com/office/officeart/2018/5/layout/IconCircleLabelList"/>
    <dgm:cxn modelId="{962FCB87-ABD8-4E21-A326-D8EE12F2FEDB}" type="presParOf" srcId="{F3AD234A-6120-4E77-BAE3-C4EB42FAB993}" destId="{65E3A60E-E629-4DE2-902E-9EA078539CBD}" srcOrd="3" destOrd="0" presId="urn:microsoft.com/office/officeart/2018/5/layout/IconCircleLabelList"/>
    <dgm:cxn modelId="{3535F984-E39E-434E-B411-7F90393FC119}" type="presParOf" srcId="{611A5694-E64E-4464-9C7D-D79808A32B2E}" destId="{B3C7A208-556C-4B81-A7D9-AEA9E2C96F53}" srcOrd="1" destOrd="0" presId="urn:microsoft.com/office/officeart/2018/5/layout/IconCircleLabelList"/>
    <dgm:cxn modelId="{DA0E5DF2-2AFE-4D47-ABE4-79EB62CA631D}" type="presParOf" srcId="{611A5694-E64E-4464-9C7D-D79808A32B2E}" destId="{1FF39DD9-E5F1-4EF7-824C-47E084CFDAEC}" srcOrd="2" destOrd="0" presId="urn:microsoft.com/office/officeart/2018/5/layout/IconCircleLabelList"/>
    <dgm:cxn modelId="{39230963-36AF-46DB-A935-27B74133637A}" type="presParOf" srcId="{1FF39DD9-E5F1-4EF7-824C-47E084CFDAEC}" destId="{DF8C32B7-35AA-40B1-95A8-6459C22682D1}" srcOrd="0" destOrd="0" presId="urn:microsoft.com/office/officeart/2018/5/layout/IconCircleLabelList"/>
    <dgm:cxn modelId="{BB6B2AF0-886F-4B25-8480-03C89EE6D607}" type="presParOf" srcId="{1FF39DD9-E5F1-4EF7-824C-47E084CFDAEC}" destId="{9AE72CDB-1A2C-46E2-BAFF-F3BBE00AFA02}" srcOrd="1" destOrd="0" presId="urn:microsoft.com/office/officeart/2018/5/layout/IconCircleLabelList"/>
    <dgm:cxn modelId="{EDD36293-F687-4C2B-8EAA-E795CEF03C16}" type="presParOf" srcId="{1FF39DD9-E5F1-4EF7-824C-47E084CFDAEC}" destId="{2B9CA1F6-4C8E-4D61-87E4-86805DA7E0F4}" srcOrd="2" destOrd="0" presId="urn:microsoft.com/office/officeart/2018/5/layout/IconCircleLabelList"/>
    <dgm:cxn modelId="{9008A441-4B9C-4778-8ED7-DC11F40C7001}" type="presParOf" srcId="{1FF39DD9-E5F1-4EF7-824C-47E084CFDAEC}" destId="{1E7781D0-1F09-49D0-8377-438187205C83}" srcOrd="3" destOrd="0" presId="urn:microsoft.com/office/officeart/2018/5/layout/IconCircleLabelList"/>
    <dgm:cxn modelId="{8C441190-8236-40A0-808D-003215C46C34}" type="presParOf" srcId="{611A5694-E64E-4464-9C7D-D79808A32B2E}" destId="{54071C4A-A9B2-4530-BE1B-EDAADD5090C4}" srcOrd="3" destOrd="0" presId="urn:microsoft.com/office/officeart/2018/5/layout/IconCircleLabelList"/>
    <dgm:cxn modelId="{BE8B111F-73BB-44D2-A4EB-495878C58DEB}" type="presParOf" srcId="{611A5694-E64E-4464-9C7D-D79808A32B2E}" destId="{BFE051F8-3794-4632-B930-CC2F7D77C50F}" srcOrd="4" destOrd="0" presId="urn:microsoft.com/office/officeart/2018/5/layout/IconCircleLabelList"/>
    <dgm:cxn modelId="{99EC2708-5D50-4475-B9A1-FDBADD6167AD}" type="presParOf" srcId="{BFE051F8-3794-4632-B930-CC2F7D77C50F}" destId="{A69E4C87-877C-4C9A-BF0A-8A330C260B8D}" srcOrd="0" destOrd="0" presId="urn:microsoft.com/office/officeart/2018/5/layout/IconCircleLabelList"/>
    <dgm:cxn modelId="{FE56A99C-73C8-4A38-AF3A-138981923FAF}" type="presParOf" srcId="{BFE051F8-3794-4632-B930-CC2F7D77C50F}" destId="{80A46789-CE5C-4486-B5F3-D66C50C5C6CA}" srcOrd="1" destOrd="0" presId="urn:microsoft.com/office/officeart/2018/5/layout/IconCircleLabelList"/>
    <dgm:cxn modelId="{7F7B3499-8923-4C63-B7E3-BE96A1051D5E}" type="presParOf" srcId="{BFE051F8-3794-4632-B930-CC2F7D77C50F}" destId="{C3C31036-AA6C-4DDE-A8DA-3DC8FCE5D32F}" srcOrd="2" destOrd="0" presId="urn:microsoft.com/office/officeart/2018/5/layout/IconCircleLabelList"/>
    <dgm:cxn modelId="{3F463A50-7246-4BEC-A178-879A1944C332}" type="presParOf" srcId="{BFE051F8-3794-4632-B930-CC2F7D77C50F}" destId="{16902E29-C6F7-4612-BA15-DA5812D3157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0FEE4E-E408-4AE6-B789-A1ABC66CFC40}">
      <dsp:nvSpPr>
        <dsp:cNvPr id="0" name=""/>
        <dsp:cNvSpPr/>
      </dsp:nvSpPr>
      <dsp:spPr>
        <a:xfrm rot="16200000">
          <a:off x="-602001" y="602001"/>
          <a:ext cx="5418667" cy="4214663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0" rIns="17780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800" kern="1200" dirty="0"/>
            <a:t>TDI 500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 xml:space="preserve"/>
          </a:r>
          <a:r>
            <a:rPr lang="nl-NL" sz="24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Het probleem</a:t>
          </a:r>
          <a:r>
            <a:rPr lang="nl-NL" sz="2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800" kern="1200" dirty="0"/>
            <a:t>Installaties één voor één beoordelen schaalt niet naar 500/dag.</a:t>
          </a:r>
          <a:br>
            <a:rPr lang="nl-NL" sz="1800" kern="1200" dirty="0"/>
          </a:br>
          <a:br>
            <a:rPr lang="nl-NL" sz="1800" kern="1200" dirty="0"/>
          </a:br>
          <a:r>
            <a:rPr lang="nl-NL" sz="2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 xml:space="preserve"/>
          </a:r>
          <a:r>
            <a:rPr lang="nl-NL" sz="24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r>
            <a:rPr lang="nl-NL" sz="2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endParaRPr lang="nl-NL" sz="24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800" kern="1200" dirty="0"/>
            <a:t>Werken met contingenten: groepen vergelijkbare woningen, gescoord per kruisprofiel.</a:t>
          </a:r>
        </a:p>
      </dsp:txBody>
      <dsp:txXfrm rot="5400000">
        <a:off x="1" y="1083732"/>
        <a:ext cx="4214663" cy="3251201"/>
      </dsp:txXfrm>
    </dsp:sp>
    <dsp:sp modelId="{4F1CDD2B-D0D3-423B-8438-F93836CD1BEF}">
      <dsp:nvSpPr>
        <dsp:cNvPr id="0" name=""/>
        <dsp:cNvSpPr/>
      </dsp:nvSpPr>
      <dsp:spPr>
        <a:xfrm rot="16200000">
          <a:off x="3933143" y="602001"/>
          <a:ext cx="5418667" cy="4214663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0" rIns="17780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800" kern="1200" dirty="0"/>
            <a:t xml:space="preserve"/>
          </a:r>
          <a:r>
            <a:rPr lang="nl-NL" sz="2800" kern="1200" dirty="0" err="1"/>
            <a:t>Het doel</a:t>
          </a:r>
          <a:r>
            <a:rPr lang="nl-NL" sz="2800" kern="1200" dirty="0"/>
            <a:t xml:space="preserve">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2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500/dag:</a:t>
          </a:r>
          <a:br>
            <a:rPr lang="nl-NL" sz="4400" kern="1200" dirty="0"/>
          </a:br>
          <a:r>
            <a:rPr lang="nl-NL" sz="1800" kern="1200" dirty="0"/>
            <a:t>Versnellen van warmtepomp-installaties naar 500 per dag.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2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Databron:</a:t>
          </a:r>
          <a:br>
            <a:rPr lang="nl-NL" sz="2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nl-NL" sz="1800" b="0" kern="1200" dirty="0">
              <a:effectLst/>
            </a:rPr>
            <a:t>Hupie API (SPARQL) met HCO/SAREF-ontologie van TNO.</a:t>
          </a:r>
          <a:endParaRPr lang="nl-NL" sz="18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24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Resultaat</a:t>
          </a:r>
          <a:r>
            <a:rPr lang="nl-NL" sz="2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:</a:t>
          </a:r>
          <a:br>
            <a:rPr lang="nl-NL" sz="1800" kern="1200" dirty="0"/>
          </a:br>
          <a:r>
            <a:rPr lang="nl-NL" sz="1800" kern="1200" dirty="0"/>
            <a:t>Per contingent een data-gedreven installatie</a:t>
          </a:r>
          <a:r>
            <a:rPr lang="nl-NL" sz="1800" kern="1200" dirty="0" err="1"/>
            <a:t>advies</a:t>
          </a:r>
          <a:r>
            <a:rPr lang="nl-NL" sz="1800" kern="1200" dirty="0"/>
            <a:t>.</a:t>
          </a:r>
          <a:br>
            <a:rPr lang="nl-NL" sz="1800" kern="1200" dirty="0"/>
          </a:br>
          <a:endParaRPr lang="nl-NL" sz="1800" kern="1200" dirty="0"/>
        </a:p>
      </dsp:txBody>
      <dsp:txXfrm rot="5400000">
        <a:off x="4535145" y="1083732"/>
        <a:ext cx="4214663" cy="32512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43F121-5C2F-4C6F-A57C-1F31CC940944}">
      <dsp:nvSpPr>
        <dsp:cNvPr id="0" name=""/>
        <dsp:cNvSpPr/>
      </dsp:nvSpPr>
      <dsp:spPr>
        <a:xfrm>
          <a:off x="0" y="245052"/>
          <a:ext cx="10431349" cy="140348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0AF430-6BCF-474B-8206-23179CB90838}">
      <dsp:nvSpPr>
        <dsp:cNvPr id="0" name=""/>
        <dsp:cNvSpPr/>
      </dsp:nvSpPr>
      <dsp:spPr>
        <a:xfrm>
          <a:off x="424552" y="560835"/>
          <a:ext cx="771914" cy="7719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DACCEB-BB9D-4A34-82AA-82C3A42F7C23}">
      <dsp:nvSpPr>
        <dsp:cNvPr id="0" name=""/>
        <dsp:cNvSpPr/>
      </dsp:nvSpPr>
      <dsp:spPr>
        <a:xfrm>
          <a:off x="1621020" y="245052"/>
          <a:ext cx="8810329" cy="140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35" tIns="148535" rIns="148535" bIns="14853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400" kern="1200" dirty="0"/>
            <a:t>De datastroom (pipeline):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400" kern="1200" dirty="0"/>
            <a:t>hupieApi → dataMapper → contingentService → kpiAggregator → decisionEngine → useDashboardData hook.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/>
          </a:r>
          <a:r>
            <a:rPr lang="nl-NL" sz="1400" kern="1200" dirty="0"/>
            <a:t>Elke laag één verantwoordelijkheid: pure functies, getypeerd, los te testen.</a:t>
          </a:r>
          <a:endParaRPr lang="en-US" sz="1400" kern="1200" dirty="0"/>
        </a:p>
      </dsp:txBody>
      <dsp:txXfrm>
        <a:off x="1621020" y="245052"/>
        <a:ext cx="8810329" cy="1403480"/>
      </dsp:txXfrm>
    </dsp:sp>
    <dsp:sp modelId="{5B07D642-937F-4C9E-97DD-B95B6D484FBF}">
      <dsp:nvSpPr>
        <dsp:cNvPr id="0" name=""/>
        <dsp:cNvSpPr/>
      </dsp:nvSpPr>
      <dsp:spPr>
        <a:xfrm>
          <a:off x="0" y="1915862"/>
          <a:ext cx="10431349" cy="140348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DE5D2F-11D5-42B0-88C0-770731BA0B50}">
      <dsp:nvSpPr>
        <dsp:cNvPr id="0" name=""/>
        <dsp:cNvSpPr/>
      </dsp:nvSpPr>
      <dsp:spPr>
        <a:xfrm>
          <a:off x="424552" y="2231646"/>
          <a:ext cx="771914" cy="7719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C52CE8-EA80-4572-B916-2CCE5C444FEA}">
      <dsp:nvSpPr>
        <dsp:cNvPr id="0" name=""/>
        <dsp:cNvSpPr/>
      </dsp:nvSpPr>
      <dsp:spPr>
        <a:xfrm>
          <a:off x="1621020" y="1915862"/>
          <a:ext cx="8810329" cy="140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35" tIns="148535" rIns="148535" bIns="14853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400" kern="1200" dirty="0"/>
            <a:t>De techniek: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400" kern="1200" dirty="0"/>
            <a:t>React 18 + TypeScript (strict), MUI v5, ApexCharts, Vite 6, React Router v6.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/>
          </a:r>
          <a:r>
            <a:rPr lang="nl-NL" sz="1400" kern="1200" dirty="0"/>
            <a:t>Axios → Hupie SPARQL-endpoint; HCO/SAREF-ontologie; two-phase fetch loste de timeout op.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/>
          </a:r>
          <a:r>
            <a:rPr lang="nl-NL" sz="1400" kern="1200" dirty="0"/>
            <a:t>Vitest (unit) + Playwright (E2E); TypeScript strict, geen any.</a:t>
          </a:r>
          <a:endParaRPr lang="en-US" sz="1400" kern="1200" dirty="0"/>
        </a:p>
      </dsp:txBody>
      <dsp:txXfrm>
        <a:off x="1621020" y="1915862"/>
        <a:ext cx="8810329" cy="14034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7DC929-73D9-4273-83FB-6C43E59ECFC8}">
      <dsp:nvSpPr>
        <dsp:cNvPr id="0" name=""/>
        <dsp:cNvSpPr/>
      </dsp:nvSpPr>
      <dsp:spPr>
        <a:xfrm>
          <a:off x="0" y="435"/>
          <a:ext cx="10431349" cy="1018150"/>
        </a:xfrm>
        <a:prstGeom prst="roundRect">
          <a:avLst>
            <a:gd name="adj" fmla="val 10000"/>
          </a:avLst>
        </a:prstGeom>
        <a:solidFill>
          <a:schemeClr val="accent1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378548-6F9B-4B44-A5F4-98A4656148B4}">
      <dsp:nvSpPr>
        <dsp:cNvPr id="0" name=""/>
        <dsp:cNvSpPr/>
      </dsp:nvSpPr>
      <dsp:spPr>
        <a:xfrm>
          <a:off x="307990" y="229518"/>
          <a:ext cx="559982" cy="5599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0E75FF-3C63-4553-90B8-A4B9A1C69D0C}">
      <dsp:nvSpPr>
        <dsp:cNvPr id="0" name=""/>
        <dsp:cNvSpPr/>
      </dsp:nvSpPr>
      <dsp:spPr>
        <a:xfrm>
          <a:off x="1175963" y="435"/>
          <a:ext cx="9255386" cy="1018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754" tIns="107754" rIns="107754" bIns="10775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500" kern="1200" dirty="0"/>
            <a:t>Deel 1 — Het overzicht: profiel-selector, KPI-kaarten, COP-gauge, grafieken</a:t>
          </a:r>
          <a:endParaRPr lang="en-US" sz="2500" kern="1200" dirty="0"/>
        </a:p>
      </dsp:txBody>
      <dsp:txXfrm>
        <a:off x="1175963" y="435"/>
        <a:ext cx="9255386" cy="1018150"/>
      </dsp:txXfrm>
    </dsp:sp>
    <dsp:sp modelId="{5E5702E5-FFEB-46A6-8279-1757DB91680B}">
      <dsp:nvSpPr>
        <dsp:cNvPr id="0" name=""/>
        <dsp:cNvSpPr/>
      </dsp:nvSpPr>
      <dsp:spPr>
        <a:xfrm>
          <a:off x="0" y="1273122"/>
          <a:ext cx="10431349" cy="1018150"/>
        </a:xfrm>
        <a:prstGeom prst="roundRect">
          <a:avLst>
            <a:gd name="adj" fmla="val 10000"/>
          </a:avLst>
        </a:prstGeom>
        <a:solidFill>
          <a:schemeClr val="accent1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F13209-0379-42CF-9AB8-B953F2F610B8}">
      <dsp:nvSpPr>
        <dsp:cNvPr id="0" name=""/>
        <dsp:cNvSpPr/>
      </dsp:nvSpPr>
      <dsp:spPr>
        <a:xfrm>
          <a:off x="307990" y="1502206"/>
          <a:ext cx="559982" cy="5599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3ADFBE-6EEE-4D58-8982-335D290B98FA}">
      <dsp:nvSpPr>
        <dsp:cNvPr id="0" name=""/>
        <dsp:cNvSpPr/>
      </dsp:nvSpPr>
      <dsp:spPr>
        <a:xfrm>
          <a:off x="1175963" y="1273122"/>
          <a:ext cx="9255386" cy="1018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754" tIns="107754" rIns="107754" bIns="10775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500" kern="1200"/>
            <a:t>Deel 2 — Het advies: de DecisionSupportCard reageert live op het kruisprofiel</a:t>
          </a:r>
          <a:endParaRPr lang="en-US" sz="2500" kern="1200"/>
        </a:p>
      </dsp:txBody>
      <dsp:txXfrm>
        <a:off x="1175963" y="1273122"/>
        <a:ext cx="9255386" cy="1018150"/>
      </dsp:txXfrm>
    </dsp:sp>
    <dsp:sp modelId="{6FCAC5E6-821C-4034-B214-7067255CAE76}">
      <dsp:nvSpPr>
        <dsp:cNvPr id="0" name=""/>
        <dsp:cNvSpPr/>
      </dsp:nvSpPr>
      <dsp:spPr>
        <a:xfrm>
          <a:off x="0" y="2545810"/>
          <a:ext cx="10431349" cy="1018150"/>
        </a:xfrm>
        <a:prstGeom prst="roundRect">
          <a:avLst>
            <a:gd name="adj" fmla="val 10000"/>
          </a:avLst>
        </a:prstGeom>
        <a:solidFill>
          <a:schemeClr val="accent1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40C533-BEDA-42FD-A8A9-CBD9B74A8140}">
      <dsp:nvSpPr>
        <dsp:cNvPr id="0" name=""/>
        <dsp:cNvSpPr/>
      </dsp:nvSpPr>
      <dsp:spPr>
        <a:xfrm>
          <a:off x="307990" y="2774894"/>
          <a:ext cx="559982" cy="5599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E2AD71-0097-412B-9D23-6A83C411FB0E}">
      <dsp:nvSpPr>
        <dsp:cNvPr id="0" name=""/>
        <dsp:cNvSpPr/>
      </dsp:nvSpPr>
      <dsp:spPr>
        <a:xfrm>
          <a:off x="1175963" y="2545810"/>
          <a:ext cx="9255386" cy="1018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754" tIns="107754" rIns="107754" bIns="10775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500" kern="1200"/>
            <a:t>Deel 3 — Diepte &amp; rollen: detailweergave, beheerder/installateur, responsive</a:t>
          </a:r>
          <a:endParaRPr lang="en-US" sz="2500" kern="1200"/>
        </a:p>
      </dsp:txBody>
      <dsp:txXfrm>
        <a:off x="1175963" y="2545810"/>
        <a:ext cx="9255386" cy="10181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39B755-60B7-440E-BA2D-41FE2E8F3E37}">
      <dsp:nvSpPr>
        <dsp:cNvPr id="0" name=""/>
        <dsp:cNvSpPr/>
      </dsp:nvSpPr>
      <dsp:spPr>
        <a:xfrm>
          <a:off x="0" y="2207"/>
          <a:ext cx="10431349" cy="105192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1A5020-3D75-4072-BC2E-C9B0D127E4EB}">
      <dsp:nvSpPr>
        <dsp:cNvPr id="0" name=""/>
        <dsp:cNvSpPr/>
      </dsp:nvSpPr>
      <dsp:spPr>
        <a:xfrm>
          <a:off x="318206" y="238890"/>
          <a:ext cx="579123" cy="57855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DC3CFD-A914-4CB2-B73E-911B747AFBAA}">
      <dsp:nvSpPr>
        <dsp:cNvPr id="0" name=""/>
        <dsp:cNvSpPr/>
      </dsp:nvSpPr>
      <dsp:spPr>
        <a:xfrm>
          <a:off x="1215537" y="2207"/>
          <a:ext cx="9021776" cy="1052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437" tIns="111437" rIns="111437" bIns="11143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400" kern="1200"/>
            <a:t>Wat ik toon:</a:t>
          </a:r>
          <a:br>
            <a:rPr lang="nl-NL" sz="1400" kern="1200"/>
          </a:br>
          <a:r>
            <a:rPr lang="nl-NL" sz="1400" kern="1200"/>
            <a:t>De kruisprofiel-selector (isolatie A/B/C × afgifte) met het actieve profiel als chip.</a:t>
          </a:r>
          <a:endParaRPr lang="en-US" sz="1400" kern="1200"/>
        </a:p>
      </dsp:txBody>
      <dsp:txXfrm>
        <a:off x="1215537" y="2207"/>
        <a:ext cx="9021776" cy="1052952"/>
      </dsp:txXfrm>
    </dsp:sp>
    <dsp:sp modelId="{71E08EF9-5E66-495D-BEC8-D1A655A37238}">
      <dsp:nvSpPr>
        <dsp:cNvPr id="0" name=""/>
        <dsp:cNvSpPr/>
      </dsp:nvSpPr>
      <dsp:spPr>
        <a:xfrm>
          <a:off x="0" y="1255721"/>
          <a:ext cx="10431349" cy="105192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1B3618-2420-47C1-836B-F57DEED6F188}">
      <dsp:nvSpPr>
        <dsp:cNvPr id="0" name=""/>
        <dsp:cNvSpPr/>
      </dsp:nvSpPr>
      <dsp:spPr>
        <a:xfrm>
          <a:off x="318206" y="1492404"/>
          <a:ext cx="579123" cy="57855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D0AD2B-3C59-4659-B587-2F641804A18F}">
      <dsp:nvSpPr>
        <dsp:cNvPr id="0" name=""/>
        <dsp:cNvSpPr/>
      </dsp:nvSpPr>
      <dsp:spPr>
        <a:xfrm>
          <a:off x="1215537" y="1255721"/>
          <a:ext cx="9021776" cy="1052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437" tIns="111437" rIns="111437" bIns="11143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400" kern="1200"/>
            <a:t>De 4 KPI-kaarten + COP-gauge + pompstatus</a:t>
          </a:r>
          <a:br>
            <a:rPr lang="nl-NL" sz="1400" kern="1200"/>
          </a:br>
          <a:r>
            <a:rPr lang="nl-NL" sz="1400" kern="1200"/>
            <a:t>Gemiddelde COP, connectiviteit, storingen, inregelsnelheid — elk met statuskleur.</a:t>
          </a:r>
          <a:br>
            <a:rPr lang="nl-NL" sz="1400" kern="1200"/>
          </a:br>
          <a:r>
            <a:rPr lang="nl-NL" sz="1400" kern="1200"/>
            <a:t>De grafieken: temperatuurtrend (lijn) en energieverbruik (staaf).</a:t>
          </a:r>
          <a:br>
            <a:rPr lang="nl-NL" sz="1400" kern="1200"/>
          </a:br>
          <a:r>
            <a:rPr lang="nl-NL" sz="1400" kern="1200"/>
            <a:t>Ethiek: de staafgrafiek begint altijd op 0; alle assen hebben labels met eenheden.</a:t>
          </a:r>
          <a:br>
            <a:rPr lang="nl-NL" sz="1400" kern="1200"/>
          </a:br>
          <a:r>
            <a:rPr lang="nl-NL" sz="1400" kern="1200"/>
            <a:t>Bewust zo gebouwd zodat de visualisatie niet misleidt.</a:t>
          </a:r>
          <a:endParaRPr lang="en-US" sz="1400" kern="1200"/>
        </a:p>
      </dsp:txBody>
      <dsp:txXfrm>
        <a:off x="1215537" y="1255721"/>
        <a:ext cx="9021776" cy="1052952"/>
      </dsp:txXfrm>
    </dsp:sp>
    <dsp:sp modelId="{2E9E2F27-A0F5-4BE0-BCBD-2D4BA44C34DC}">
      <dsp:nvSpPr>
        <dsp:cNvPr id="0" name=""/>
        <dsp:cNvSpPr/>
      </dsp:nvSpPr>
      <dsp:spPr>
        <a:xfrm>
          <a:off x="0" y="2509236"/>
          <a:ext cx="10431349" cy="105192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238095-EB7D-4769-9692-D7B695889806}">
      <dsp:nvSpPr>
        <dsp:cNvPr id="0" name=""/>
        <dsp:cNvSpPr/>
      </dsp:nvSpPr>
      <dsp:spPr>
        <a:xfrm>
          <a:off x="318206" y="2745919"/>
          <a:ext cx="579123" cy="57855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D9EFA4-67F5-42F5-985C-A2936CCCA7D7}">
      <dsp:nvSpPr>
        <dsp:cNvPr id="0" name=""/>
        <dsp:cNvSpPr/>
      </dsp:nvSpPr>
      <dsp:spPr>
        <a:xfrm>
          <a:off x="1215537" y="2509236"/>
          <a:ext cx="9021776" cy="1052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437" tIns="111437" rIns="111437" bIns="11143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400" kern="1200"/>
            <a:t>Te zeggen: “Dit is het dashboard zoals een planner het ziet.”</a:t>
          </a:r>
          <a:endParaRPr lang="en-US" sz="1400" kern="1200"/>
        </a:p>
      </dsp:txBody>
      <dsp:txXfrm>
        <a:off x="1215537" y="2509236"/>
        <a:ext cx="9021776" cy="105295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0B1AEB-ED3E-435E-B74A-B202D04FCB00}">
      <dsp:nvSpPr>
        <dsp:cNvPr id="0" name=""/>
        <dsp:cNvSpPr/>
      </dsp:nvSpPr>
      <dsp:spPr>
        <a:xfrm>
          <a:off x="0" y="3218"/>
          <a:ext cx="10431349" cy="665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DA8735-4D5E-4230-9B70-BE4AB1787BD2}">
      <dsp:nvSpPr>
        <dsp:cNvPr id="0" name=""/>
        <dsp:cNvSpPr/>
      </dsp:nvSpPr>
      <dsp:spPr>
        <a:xfrm>
          <a:off x="201409" y="153027"/>
          <a:ext cx="366557" cy="3661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59A152-B838-44A5-8474-3C1CB881E03E}">
      <dsp:nvSpPr>
        <dsp:cNvPr id="0" name=""/>
        <dsp:cNvSpPr/>
      </dsp:nvSpPr>
      <dsp:spPr>
        <a:xfrm>
          <a:off x="769376" y="3218"/>
          <a:ext cx="9615760" cy="749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274" tIns="79274" rIns="79274" bIns="7927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400" kern="1200"/>
            <a:t>Wat ik toon:</a:t>
          </a:r>
          <a:br>
            <a:rPr lang="nl-NL" sz="1400" kern="1200"/>
          </a:br>
          <a:r>
            <a:rPr lang="nl-NL" sz="1400" kern="1200"/>
            <a:t>De DecisionSupportCard: oordeel (goed/acceptabel/onvoldoende) met kleur, icoon en factor-uitsplitsing.</a:t>
          </a:r>
          <a:br>
            <a:rPr lang="nl-NL" sz="1400" kern="1200"/>
          </a:br>
          <a:r>
            <a:rPr lang="nl-NL" sz="1400" kern="1200"/>
            <a:t>Plus een aanbevolen actie en een disclaimer: “ondersteuning, niet als definitief oordeel.”</a:t>
          </a:r>
          <a:endParaRPr lang="en-US" sz="1400" kern="1200"/>
        </a:p>
      </dsp:txBody>
      <dsp:txXfrm>
        <a:off x="769376" y="3218"/>
        <a:ext cx="9615760" cy="749044"/>
      </dsp:txXfrm>
    </dsp:sp>
    <dsp:sp modelId="{1BDDB991-465B-4E96-B14B-A10A79B42F01}">
      <dsp:nvSpPr>
        <dsp:cNvPr id="0" name=""/>
        <dsp:cNvSpPr/>
      </dsp:nvSpPr>
      <dsp:spPr>
        <a:xfrm>
          <a:off x="0" y="939523"/>
          <a:ext cx="10431349" cy="665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8D9B7F-F090-4827-AF22-4A964E7DE9F4}">
      <dsp:nvSpPr>
        <dsp:cNvPr id="0" name=""/>
        <dsp:cNvSpPr/>
      </dsp:nvSpPr>
      <dsp:spPr>
        <a:xfrm>
          <a:off x="201409" y="1089332"/>
          <a:ext cx="366557" cy="3661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8105BB-D8DF-405C-BA13-BA67C45ECDF6}">
      <dsp:nvSpPr>
        <dsp:cNvPr id="0" name=""/>
        <dsp:cNvSpPr/>
      </dsp:nvSpPr>
      <dsp:spPr>
        <a:xfrm>
          <a:off x="769376" y="939523"/>
          <a:ext cx="9615760" cy="749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274" tIns="79274" rIns="79274" bIns="7927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400" kern="1200"/>
            <a:t>Wat ik doe (de kern):</a:t>
          </a:r>
          <a:br>
            <a:rPr lang="nl-NL" sz="1400" kern="1200"/>
          </a:br>
          <a:r>
            <a:rPr lang="nl-NL" sz="1400" kern="1200"/>
            <a:t>Ik wissel het kruisprofiel — bv. B2 → C3. De 5 pompen worden herscoord tegen strengere drempels.</a:t>
          </a:r>
          <a:br>
            <a:rPr lang="nl-NL" sz="1400" kern="1200"/>
          </a:br>
          <a:r>
            <a:rPr lang="nl-NL" sz="1400" kern="1200"/>
            <a:t>De COP-KPI en het oordeel veranderen zichtbaar — live op het scherm.</a:t>
          </a:r>
          <a:endParaRPr lang="en-US" sz="1400" kern="1200"/>
        </a:p>
      </dsp:txBody>
      <dsp:txXfrm>
        <a:off x="769376" y="939523"/>
        <a:ext cx="9615760" cy="749044"/>
      </dsp:txXfrm>
    </dsp:sp>
    <dsp:sp modelId="{38A88AED-EED2-481C-AAE4-A66276B2CDFB}">
      <dsp:nvSpPr>
        <dsp:cNvPr id="0" name=""/>
        <dsp:cNvSpPr/>
      </dsp:nvSpPr>
      <dsp:spPr>
        <a:xfrm>
          <a:off x="0" y="1875828"/>
          <a:ext cx="10431349" cy="665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9520D8-FA78-4B7C-B277-56EB5447B648}">
      <dsp:nvSpPr>
        <dsp:cNvPr id="0" name=""/>
        <dsp:cNvSpPr/>
      </dsp:nvSpPr>
      <dsp:spPr>
        <a:xfrm>
          <a:off x="201409" y="2025637"/>
          <a:ext cx="366557" cy="3661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0BA05D-0333-4C23-A3E6-3C60869A362D}">
      <dsp:nvSpPr>
        <dsp:cNvPr id="0" name=""/>
        <dsp:cNvSpPr/>
      </dsp:nvSpPr>
      <dsp:spPr>
        <a:xfrm>
          <a:off x="769376" y="1875828"/>
          <a:ext cx="9615760" cy="749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274" tIns="79274" rIns="79274" bIns="7927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400" kern="1200"/>
            <a:t>Belangrijk om te zeggen:</a:t>
          </a:r>
          <a:br>
            <a:rPr lang="nl-NL" sz="1400" kern="1200"/>
          </a:br>
          <a:r>
            <a:rPr lang="nl-NL" sz="1400" kern="1200"/>
            <a:t>De drempels komen uit de TNO Activiteit 2.1-catalogus — niet hardcoded, maar per kruisprofiel.</a:t>
          </a:r>
          <a:br>
            <a:rPr lang="nl-NL" sz="1400" kern="1200"/>
          </a:br>
          <a:r>
            <a:rPr lang="nl-NL" sz="1400" kern="1200"/>
            <a:t>Daarom kan het oordeel per profiel verschillen.</a:t>
          </a:r>
          <a:endParaRPr lang="en-US" sz="1400" kern="1200"/>
        </a:p>
      </dsp:txBody>
      <dsp:txXfrm>
        <a:off x="769376" y="1875828"/>
        <a:ext cx="9615760" cy="749044"/>
      </dsp:txXfrm>
    </dsp:sp>
    <dsp:sp modelId="{2940DF06-50CC-4E79-A0D0-2C6EF0E50FE6}">
      <dsp:nvSpPr>
        <dsp:cNvPr id="0" name=""/>
        <dsp:cNvSpPr/>
      </dsp:nvSpPr>
      <dsp:spPr>
        <a:xfrm>
          <a:off x="0" y="2812133"/>
          <a:ext cx="10431349" cy="665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CD2882-CC53-4C2D-81BF-5CB587184BB1}">
      <dsp:nvSpPr>
        <dsp:cNvPr id="0" name=""/>
        <dsp:cNvSpPr/>
      </dsp:nvSpPr>
      <dsp:spPr>
        <a:xfrm>
          <a:off x="201409" y="2961942"/>
          <a:ext cx="366557" cy="3661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FDC713-240A-4C28-96A2-1ECCDDCA3027}">
      <dsp:nvSpPr>
        <dsp:cNvPr id="0" name=""/>
        <dsp:cNvSpPr/>
      </dsp:nvSpPr>
      <dsp:spPr>
        <a:xfrm>
          <a:off x="769376" y="2812133"/>
          <a:ext cx="9615760" cy="749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274" tIns="79274" rIns="79274" bIns="7927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400" kern="1200"/>
            <a:t>Zo verwoord ik het:</a:t>
          </a:r>
          <a:br>
            <a:rPr lang="nl-NL" sz="1400" kern="1200"/>
          </a:br>
          <a:r>
            <a:rPr lang="nl-NL" sz="1400" kern="1200"/>
            <a:t>“Door het profiel te wisselen ziet u de beslissingslogica live reageren op de TNO-drempels.”</a:t>
          </a:r>
          <a:endParaRPr lang="en-US" sz="1400" kern="1200"/>
        </a:p>
      </dsp:txBody>
      <dsp:txXfrm>
        <a:off x="769376" y="2812133"/>
        <a:ext cx="9615760" cy="74904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C392AA-9819-4CFE-810C-01D09BA9D700}">
      <dsp:nvSpPr>
        <dsp:cNvPr id="0" name=""/>
        <dsp:cNvSpPr/>
      </dsp:nvSpPr>
      <dsp:spPr>
        <a:xfrm>
          <a:off x="0" y="3234"/>
          <a:ext cx="10431349" cy="101997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88D118-F192-44F9-B471-5A98803A9FA5}">
      <dsp:nvSpPr>
        <dsp:cNvPr id="0" name=""/>
        <dsp:cNvSpPr/>
      </dsp:nvSpPr>
      <dsp:spPr>
        <a:xfrm>
          <a:off x="308541" y="232728"/>
          <a:ext cx="561533" cy="5609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D5FA64-2B3F-49E7-A604-116960686573}">
      <dsp:nvSpPr>
        <dsp:cNvPr id="0" name=""/>
        <dsp:cNvSpPr/>
      </dsp:nvSpPr>
      <dsp:spPr>
        <a:xfrm>
          <a:off x="1178617" y="3234"/>
          <a:ext cx="9206554" cy="1020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053" tIns="108053" rIns="108053" bIns="10805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400" b="1" kern="1200" dirty="0"/>
            <a:t>Wat ik toon:</a:t>
          </a:r>
          <a:br>
            <a:rPr lang="nl-NL" sz="1400" kern="1200" dirty="0"/>
          </a:br>
          <a:r>
            <a:rPr lang="nl-NL" sz="1400" kern="1200" dirty="0"/>
            <a:t>Klik “Naar detail”: per pomp specs, COP vs. verwachte COP (met weer-context), storingscodes, SET-paneel.</a:t>
          </a:r>
          <a:endParaRPr lang="en-US" sz="1400" kern="1200" dirty="0"/>
        </a:p>
      </dsp:txBody>
      <dsp:txXfrm>
        <a:off x="1178617" y="3234"/>
        <a:ext cx="9206554" cy="1020970"/>
      </dsp:txXfrm>
    </dsp:sp>
    <dsp:sp modelId="{E31A44AE-1E34-4832-9869-D544730497FB}">
      <dsp:nvSpPr>
        <dsp:cNvPr id="0" name=""/>
        <dsp:cNvSpPr/>
      </dsp:nvSpPr>
      <dsp:spPr>
        <a:xfrm>
          <a:off x="0" y="1271712"/>
          <a:ext cx="10431349" cy="101997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1E158B-EAC3-434C-B567-31EB16099DB5}">
      <dsp:nvSpPr>
        <dsp:cNvPr id="0" name=""/>
        <dsp:cNvSpPr/>
      </dsp:nvSpPr>
      <dsp:spPr>
        <a:xfrm>
          <a:off x="308541" y="1501206"/>
          <a:ext cx="561533" cy="5609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5B1668-977D-4C28-9D93-15999E06F429}">
      <dsp:nvSpPr>
        <dsp:cNvPr id="0" name=""/>
        <dsp:cNvSpPr/>
      </dsp:nvSpPr>
      <dsp:spPr>
        <a:xfrm>
          <a:off x="1178617" y="1271712"/>
          <a:ext cx="9206554" cy="1020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053" tIns="108053" rIns="108053" bIns="10805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400" b="1" kern="1200" dirty="0"/>
            <a:t>Rollen:</a:t>
          </a:r>
          <a:r>
            <a:rPr lang="nl-NL" sz="1400" kern="1200" dirty="0"/>
            <a:t>beheerder ↔ installateur</a:t>
          </a:r>
          <a:br>
            <a:rPr lang="nl-NL" sz="1400" kern="1200" dirty="0"/>
          </a:br>
          <a:r>
            <a:rPr lang="nl-NL" sz="1400" b="1" kern="1200" dirty="0"/>
            <a:t>Twee workflows:</a:t>
          </a:r>
          <a:r>
            <a:rPr lang="nl-NL" sz="1400" kern="1200" dirty="0"/>
            <a:t>monitoring-dashboard versus de “Inregelen”/BAG-zoekflow (PDOK BAG + weer-lookup).</a:t>
          </a:r>
          <a:br>
            <a:rPr lang="nl-NL" sz="1400" kern="1200" dirty="0"/>
          </a:br>
          <a:r>
            <a:rPr lang="nl-NL" sz="1400" b="1" kern="1200" dirty="0"/>
            <a:t>Responsive:</a:t>
          </a:r>
          <a:r>
            <a:rPr lang="nl-NL" sz="1400" kern="1200" dirty="0"/>
            <a:t>venster verkleinen naar tablet — zijbalk klapt in, geen horizontale overflow.</a:t>
          </a:r>
          <a:br>
            <a:rPr lang="nl-NL" sz="1400" kern="1200" dirty="0"/>
          </a:br>
          <a:r>
            <a:rPr lang="nl-NL" sz="1400" b="1" kern="1200" dirty="0"/>
            <a:t>Let op de 4 KPI's:</a:t>
          </a:r>
          <a:r>
            <a:rPr lang="nl-NL" sz="1400" kern="1200" dirty="0"/>
            <a:t xml:space="preserve">drie tellen mee voor het oordeel (COP, connectiviteit, storingen). </a:t>
          </a:r>
          <a:r>
            <a:rPr lang="nl-NL" sz="1400" kern="1200" dirty="0" err="1"/>
            <a:t>Inregelsnelheid</a:t>
          </a:r>
          <a:r>
            <a:rPr lang="nl-NL" sz="1400" kern="1200" dirty="0"/>
            <a:t xml:space="preserve"> is een eerlijke placeholder — Hupie levert nog geen commissioning-</a:t>
          </a:r>
          <a:r>
            <a:rPr lang="nl-NL" sz="1400" kern="1200" dirty="0" err="1"/>
            <a:t>timestamps</a:t>
          </a:r>
          <a:r>
            <a:rPr lang="nl-NL" sz="1400" kern="1200" dirty="0"/>
            <a:t>.</a:t>
          </a:r>
          <a:endParaRPr lang="en-US" sz="1400" kern="1200" dirty="0"/>
        </a:p>
      </dsp:txBody>
      <dsp:txXfrm>
        <a:off x="1178617" y="1271712"/>
        <a:ext cx="9206554" cy="1020970"/>
      </dsp:txXfrm>
    </dsp:sp>
    <dsp:sp modelId="{5323CE6B-9589-42B6-9210-6AA9206F7794}">
      <dsp:nvSpPr>
        <dsp:cNvPr id="0" name=""/>
        <dsp:cNvSpPr/>
      </dsp:nvSpPr>
      <dsp:spPr>
        <a:xfrm>
          <a:off x="0" y="2540191"/>
          <a:ext cx="10431349" cy="101997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70C37B-08BD-4671-8805-1DED5E59A22E}">
      <dsp:nvSpPr>
        <dsp:cNvPr id="0" name=""/>
        <dsp:cNvSpPr/>
      </dsp:nvSpPr>
      <dsp:spPr>
        <a:xfrm>
          <a:off x="308541" y="2769685"/>
          <a:ext cx="561533" cy="5609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68F52A-C531-44FE-A7CB-CA58266283F2}">
      <dsp:nvSpPr>
        <dsp:cNvPr id="0" name=""/>
        <dsp:cNvSpPr/>
      </dsp:nvSpPr>
      <dsp:spPr>
        <a:xfrm>
          <a:off x="1178617" y="2540191"/>
          <a:ext cx="9206554" cy="1020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053" tIns="108053" rIns="108053" bIns="10805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400" b="1" kern="1200" dirty="0"/>
            <a:t>Eerlijk benoemen:</a:t>
          </a:r>
          <a:br>
            <a:rPr lang="nl-NL" sz="1400" kern="1200" dirty="0"/>
          </a:br>
          <a:r>
            <a:rPr lang="nl-NL" sz="1400" kern="1200" dirty="0"/>
            <a:t>de decisionEngine scoort drie van de vier KPI's — geen bug, maar een bekende beperking van de databron.</a:t>
          </a:r>
          <a:endParaRPr lang="en-US" sz="1400" kern="1200" dirty="0"/>
        </a:p>
      </dsp:txBody>
      <dsp:txXfrm>
        <a:off x="1178617" y="2540191"/>
        <a:ext cx="9206554" cy="102097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D5FBF7-5465-4961-B80C-B60C769B7468}">
      <dsp:nvSpPr>
        <dsp:cNvPr id="0" name=""/>
        <dsp:cNvSpPr/>
      </dsp:nvSpPr>
      <dsp:spPr>
        <a:xfrm>
          <a:off x="636924" y="184697"/>
          <a:ext cx="1887187" cy="188718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863E68-9F95-4CE9-A987-5AD60C3AA8A6}">
      <dsp:nvSpPr>
        <dsp:cNvPr id="0" name=""/>
        <dsp:cNvSpPr/>
      </dsp:nvSpPr>
      <dsp:spPr>
        <a:xfrm>
          <a:off x="1039112" y="586885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E3A60E-E629-4DE2-902E-9EA078539CBD}">
      <dsp:nvSpPr>
        <dsp:cNvPr id="0" name=""/>
        <dsp:cNvSpPr/>
      </dsp:nvSpPr>
      <dsp:spPr>
        <a:xfrm>
          <a:off x="33643" y="2659698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700" kern="1200"/>
            <a:t>7 verbetervoorstellen (VV-21 t/m VV-27) op de product backlog — uit echte bevindingen, met MoSCoW-prioriteit.</a:t>
          </a:r>
          <a:endParaRPr lang="en-US" sz="1700" kern="1200"/>
        </a:p>
      </dsp:txBody>
      <dsp:txXfrm>
        <a:off x="33643" y="2659698"/>
        <a:ext cx="3093750" cy="720000"/>
      </dsp:txXfrm>
    </dsp:sp>
    <dsp:sp modelId="{DF8C32B7-35AA-40B1-95A8-6459C22682D1}">
      <dsp:nvSpPr>
        <dsp:cNvPr id="0" name=""/>
        <dsp:cNvSpPr/>
      </dsp:nvSpPr>
      <dsp:spPr>
        <a:xfrm>
          <a:off x="4272081" y="184697"/>
          <a:ext cx="1887187" cy="188718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E72CDB-1A2C-46E2-BAFF-F3BBE00AFA02}">
      <dsp:nvSpPr>
        <dsp:cNvPr id="0" name=""/>
        <dsp:cNvSpPr/>
      </dsp:nvSpPr>
      <dsp:spPr>
        <a:xfrm>
          <a:off x="4674268" y="586885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7781D0-1F09-49D0-8377-438187205C83}">
      <dsp:nvSpPr>
        <dsp:cNvPr id="0" name=""/>
        <dsp:cNvSpPr/>
      </dsp:nvSpPr>
      <dsp:spPr>
        <a:xfrm>
          <a:off x="3668799" y="2659698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700" kern="1200"/>
            <a:t>Wat ging goed: gelaagde architectuur, bewust en eerlijk testen, de two-phase fetch die de timeout oploste.</a:t>
          </a:r>
          <a:endParaRPr lang="en-US" sz="1700" kern="1200"/>
        </a:p>
      </dsp:txBody>
      <dsp:txXfrm>
        <a:off x="3668799" y="2659698"/>
        <a:ext cx="3093750" cy="720000"/>
      </dsp:txXfrm>
    </dsp:sp>
    <dsp:sp modelId="{A69E4C87-877C-4C9A-BF0A-8A330C260B8D}">
      <dsp:nvSpPr>
        <dsp:cNvPr id="0" name=""/>
        <dsp:cNvSpPr/>
      </dsp:nvSpPr>
      <dsp:spPr>
        <a:xfrm>
          <a:off x="7907237" y="184697"/>
          <a:ext cx="1887187" cy="188718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A46789-CE5C-4486-B5F3-D66C50C5C6CA}">
      <dsp:nvSpPr>
        <dsp:cNvPr id="0" name=""/>
        <dsp:cNvSpPr/>
      </dsp:nvSpPr>
      <dsp:spPr>
        <a:xfrm>
          <a:off x="8309425" y="586885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902E29-C6F7-4612-BA15-DA5812D31579}">
      <dsp:nvSpPr>
        <dsp:cNvPr id="0" name=""/>
        <dsp:cNvSpPr/>
      </dsp:nvSpPr>
      <dsp:spPr>
        <a:xfrm>
          <a:off x="7303956" y="2659698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700" kern="1200"/>
            <a:t>Wat beter kan: mobile-first beginnen, testscenario's eerder schrijven, scrumboard consequenter bijwerken.</a:t>
          </a:r>
          <a:endParaRPr lang="en-US" sz="1700" kern="1200"/>
        </a:p>
      </dsp:txBody>
      <dsp:txXfrm>
        <a:off x="7303956" y="2659698"/>
        <a:ext cx="3093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F9F754-6593-4F97-AA27-9107F9D91A97}" type="datetimeFigureOut">
              <a:rPr lang="nl-NL" smtClean="0"/>
              <a:t>11-2-2026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C71C9D-1D67-4447-8C4A-99971E41D56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81342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35023-16C8-93CB-98DC-44ABB675B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1A87A46-0F25-D67E-7DF3-DFCF60759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62CDA3E-6D72-87A0-71C9-44551B64E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OPENING (0–2 min). Stel jezelf kort voor: Destiny Tiyjudy, examenkandidaat bij TBI SSC ICT. Wat je gebouwd hebt: een Proof of Concept KPI-dashboard voor warmtepompen, binnen Activiteit 3.4 van TDI 500. Je bent de enige ontwikkelaar. Belangrijk: dit is een LIVE DEMO — deze dia's zijn alleen mijn houvast. Niet te lang stilstaan, door naar de agenda.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F6FDB13-B2F4-5899-404B-CA623E0413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1A9DAB-5DE3-4BFA-B689-0E96547ACC91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5430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542FB-A9EE-B812-F2EA-99AD80F00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E37C2A0-BC7A-506F-C991-22873210E0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37F4814-AAC4-AAC6-9FF8-A2FBCE1B7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AGENDA (0–2 min). Loop kort de zes onderdelen langs zodat de beoordelaars weten wat ze kunnen verwachten. Benadruk dat het zwaartepunt op de live demo ligt (12 min). Zeg: de demo draai ik in mock-modus zodat alles gevuld is — dat leg ik straks eerlijk uit. Door naar context.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F832AA5-8556-3E32-7BD8-2138EB6E89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1A9DAB-5DE3-4BFA-B689-0E96547ACC91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8458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CONTEXT (2–4 min). Het probleem: 500 installaties per dag haal je niet door elke installatie apart te beoordelen. De aanpak: contingenten — groepen vergelijkbare woningen, gescoord per kruisprofiel. Het doel: per contingent een onderbouwd installatieadvies. Noem de databron: Hupie API (SPARQL), gemodelleerd volgens de HCO/SAREF-ontologie van TNO. Niet te technisch worden — dat komt op de volgende dia.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71C9D-1D67-4447-8C4A-99971E41D567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52937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ARCHITECTUUR (2–4 min). Loop de pipeline langs van links naar rechts: hupieApi haalt data op (two-phase SPARQL), dataMapper zet het om naar getypeerde modellen, contingentService groepeert, kpiAggregator rekent de KPI's uit, decisionEngine bepaalt het oordeel, en de useDashboardData hook levert alles aan de UI. Kernpunt: elke laag heeft één verantwoordelijkheid en is los te testen. Als ze vragen waarom React/TypeScript: component-based, type-veiligheid, strict mode. De two-phase fetch loste een echte API-timeout op — goed voorbeeld van een technische keuze.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71C9D-1D67-4447-8C4A-99971E41D567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282898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LIVE DEMO — START (6–18 min, dit is het hart). WISSEL NU NAAR DE DRAAIENDE APP. Zeg hardop: 'Ik draai bewust in mock-modus zodat alle functionaliteit gevuld is.' EERLIJK ZIJN: de live-koppeling met de Hupie API is gebouwd én getest (11 E2E-tests tegen de echte pipeline), maar de live dataset van het consortium is op dit moment dun. Wijs de datasource-chip aan. Mock laat de bedoelde ervaring zien — dat is een sterkte (je hebt beide afgehandeld met een deterministische fallback), geen zwakte. Dan: de demo in drie delen.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71C9D-1D67-4447-8C4A-99971E41D567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67654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DEMO DEEL 1 — OVERZICHT. TOON van boven naar beneden: (1) de kruisprofiel-selector (isolatie A/B/C × afgifte vloer/radiator/hete lucht) met het actieve profiel als chip. (2) De 4 KPI-kaarten met statuskleur. (3) De COP-gauge en de pompstatus-lijst. (4) De grafieken: temperatuurtrend (lijn) en energieverbruik (staaf). ETHIEK-PUNT noemen: de staafgrafiek begint altijd op 0 en alle assen hebben labels met eenheden — bewust, zodat de visualisatie niet misleidt.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71C9D-1D67-4447-8C4A-99971E41D567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71339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DEMO DEEL 2 — HET ADVIES (DE KERN, belangrijkste moment). TOON de DecisionSupportCard: oordeel (goed/acceptabel/onvoldoende) met kleur, icoon, factor-uitsplitsing, aanbevolen actie en de disclaimer. DAN DE CLOU: wissel het kruisprofiel, bv. B2 → C3. De 5 pompen worden herscoord tegen strengere drempels — de COP-KPI én het oordeel veranderen zichtbaar op het scherm. ZEG: de drempels komen uit de TNO Activiteit 2.1-catalogus, niet hardcoded maar per kruisprofiel. Dit is het 'zo werkt het' moment — neem hier de tijd.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71C9D-1D67-4447-8C4A-99971E41D567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7972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DEMO DEEL 3 — DIEPTE &amp; ROLLEN. Klik 'Naar detail': per pomp specs, COP vs. verwachte COP (met weer-context), storingscodes, SET-commandopaneel. Wissel rol beheerder ↔ installateur — twee workflows. Toon de BAG-lookup (postcode + huisnummer → PDOK BAG → adres → weer-lookup). Verklein het venster naar tablet — zijbalk klapt in, geen overflow. EERLIJK over de KPI's: er zijn er vier, maar de decisionEngine scoort er DRIE (COP, connectiviteit, storingen). Inregelsnelheid is een bewuste placeholder — Hupie levert nog geen commissioning-timestamps. Geen bug, maar een bekende databron-beperking; staat als verbetervoorstel op de backlog.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71C9D-1D67-4447-8C4A-99971E41D567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70524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TESTEN (18–23 min). WISSEL TERUG NAAR DE DIA'S. Drie lagen: 229 unit tests (Vitest) voor de logica — de services zijn 96–100% gedekt. 19 E2E-specs (Playwright) voor de UI en foutscenario's in een echte browser, inclusief de responsive-check op 768px. Één handmatige test (T4.3) — 24 van de 25 scenario's zijn geautomatiseerd. STERK VERHAAL: de tablet-layout was bij handmatig testen stuk; ik heb het opgelost én daarna met een test bewaakt — vinden, oplossen, bewaken. Wees eerlijk dat het unit-cijfer alleen de logica-laag meet.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71C9D-1D67-4447-8C4A-99971E41D567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705240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VERBETERVOORSTELLEN &amp; REFLECTIE (23–27 min). Zeven verbetervoorstellen (VV-21 t/m VV-27) op de product backlog, uit echte bevindingen, met MoSCoW-prioriteit en tijdsinschatting. Noem concreet: telefoon-responsive (&lt;600px), API-sleutels via backend-proxy, CI met GitHub Actions. REFLECTIE: wat ging goed (gelaagde architectuur, eerlijk testen, two-phase fetch). Wat beter kan (mobile-first beginnen, testscenario's eerder schrijven, scrumboard consequenter bijwerken). Wees oprecht — reflectie wordt apart beoordeeld.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71C9D-1D67-4447-8C4A-99971E41D567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705240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AFSLUITING &amp; VRAGEN (27–30 min). Vat samen: van ruwe SPARQL-tripels naar een onderbouwd installatieadvies per contingent. Nodig vragen uit. Wees voorbereid op: waarom React/TypeScript, hoe werkt de HCO/SAREF-mapping, hoe weet je dat het getest is, waarom mock i.p.v. live. Antwoord met je redenering. Bedank de beoordelaars.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71C9D-1D67-4447-8C4A-99971E41D567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70524014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3.xml.rels><?xml version="1.0" encoding="UTF-8"?>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14.xml.rels><?xml version="1.0" encoding="UTF-8"?><Relationships xmlns="http://schemas.openxmlformats.org/package/2006/relationships"><Relationship Id="rId3" Type="http://schemas.openxmlformats.org/officeDocument/2006/relationships/tags" Target="../tags/tag11.xml"/><Relationship Id="rId7" Type="http://schemas.openxmlformats.org/officeDocument/2006/relationships/image" Target="../media/image2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Layouts/_rels/slideLayout15.xml.rels><?xml version="1.0" encoding="UTF-8"?>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/Relationships>
</file>

<file path=ppt/slideLayouts/_rels/slideLayout16.xml.rels><?xml version="1.0" encoding="UTF-8"?>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image" Target="../media/image2.png"/></Relationships>
</file>

<file path=ppt/slideLayouts/_rels/slideLayout17.xml.rels><?xml version="1.0" encoding="UTF-8"?>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4" Type="http://schemas.openxmlformats.org/officeDocument/2006/relationships/image" Target="../media/image2.png"/></Relationships>
</file>

<file path=ppt/slideLayouts/_rels/slideLayout18.xml.rels><?xml version="1.0" encoding="UTF-8"?>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4" Type="http://schemas.openxmlformats.org/officeDocument/2006/relationships/image" Target="../media/image2.png"/></Relationships>
</file>

<file path=ppt/slideLayouts/_rels/slideLayout19.xml.rels><?xml version="1.0" encoding="UTF-8"?>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4" Type="http://schemas.openxmlformats.org/officeDocument/2006/relationships/image" Target="../media/image2.png"/></Relationships>
</file>

<file path=ppt/slideLayouts/_rels/slideLayout20.xml.rels><?xml version="1.0" encoding="UTF-8"?>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4" Type="http://schemas.openxmlformats.org/officeDocument/2006/relationships/image" Target="../media/image2.png"/></Relationships>
</file>

<file path=ppt/slideLayouts/_rels/slideLayout21.xml.rels><?xml version="1.0" encoding="UTF-8"?>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4" Type="http://schemas.openxmlformats.org/officeDocument/2006/relationships/image" Target="../media/image2.png"/></Relationships>
</file>

<file path=ppt/slideLayouts/_rels/slideLayout22.xml.rels><?xml version="1.0" encoding="UTF-8"?>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4" Type="http://schemas.openxmlformats.org/officeDocument/2006/relationships/image" Target="../media/image2.png"/></Relationships>
</file>

<file path=ppt/slideLayouts/_rels/slideLayout23.xml.rels><?xml version="1.0" encoding="UTF-8"?>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4" Type="http://schemas.openxmlformats.org/officeDocument/2006/relationships/image" Target="../media/image2.png"/></Relationships>
</file>

<file path=ppt/slideLayouts/_rels/slideLayout24.xml.rels><?xml version="1.0" encoding="UTF-8"?><Relationships xmlns="http://schemas.openxmlformats.org/package/2006/relationships"><Relationship Id="rId3" Type="http://schemas.openxmlformats.org/officeDocument/2006/relationships/tags" Target="../tags/tag33.xml"/><Relationship Id="rId7" Type="http://schemas.openxmlformats.org/officeDocument/2006/relationships/image" Target="../media/image1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35.xml"/><Relationship Id="rId4" Type="http://schemas.openxmlformats.org/officeDocument/2006/relationships/tags" Target="../tags/tag3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31EBBC-A247-FE0E-1F22-3635229F1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C7D8C3D-1F47-9D0B-E590-432BEF7AF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BE10209-79A8-EA51-539D-E5E8CB981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C9C66-3265-4D4E-8A18-C4455380A5C2}" type="datetimeFigureOut">
              <a:rPr lang="nl-NL" smtClean="0"/>
              <a:t>11-2-2026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6A89D49-3E2A-8A40-E614-42F561C1E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58AA27D-DF46-E6AC-F0FA-4511F870A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54412-49B6-4C8D-A527-C43AFA9AB27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20965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811D34-BEF4-98F0-FB51-0C98F3E2D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FD9DDFB-F4D1-93AB-FB0A-EF8C0FA15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CD9E04F-0994-AD19-24B6-F0A9B5938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C9C66-3265-4D4E-8A18-C4455380A5C2}" type="datetimeFigureOut">
              <a:rPr lang="nl-NL" smtClean="0"/>
              <a:t>11-2-2026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92F717B-BF40-070C-DA19-A5041C118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297CEF7-1BAF-13E5-A974-32755F15A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54412-49B6-4C8D-A527-C43AFA9AB27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57790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A45417-EBA8-62C9-94CF-415F7A3C2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8123DC0-0187-321F-6EFC-5556D8124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E536DCC-F5AA-AECD-601D-650FD6402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C9C66-3265-4D4E-8A18-C4455380A5C2}" type="datetimeFigureOut">
              <a:rPr lang="nl-NL" smtClean="0"/>
              <a:t>11-2-2026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B3836D0-0546-6734-A628-122524550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325DE97-9390-56F0-6657-C8FF8F1B4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54412-49B6-4C8D-A527-C43AFA9AB27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5477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33F7EC-441E-F865-234D-C2E079F8C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EE751BE-53DA-BF7B-8ED9-AFA4433831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ED04A19-97B4-BB60-2241-F7C166F93E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5CC9897-8FF0-3E9F-EE0D-934130A4A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C9C66-3265-4D4E-8A18-C4455380A5C2}" type="datetimeFigureOut">
              <a:rPr lang="nl-NL" smtClean="0"/>
              <a:t>11-2-2026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BA776F7-2F16-AFFA-8434-E3069289A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80E4130-E382-3304-9C1F-3BC8C5CE7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54412-49B6-4C8D-A527-C43AFA9AB27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14841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9923B6-D17F-D2B7-4648-8A0AD32D3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A950C60-0462-850F-6464-5F609A7DD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704A272-6C18-2F49-1FDF-BEA1A04457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8098B28-2C2A-1440-D398-C163F90C90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9B1F2D9C-7F2E-5177-2634-C6CFE515E9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6D6C8B75-90EF-3B58-2783-C737F3D58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C9C66-3265-4D4E-8A18-C4455380A5C2}" type="datetimeFigureOut">
              <a:rPr lang="nl-NL" smtClean="0"/>
              <a:t>11-2-2026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9D71D80-FAB6-318A-E61F-E683505D1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EA993FFA-DE63-25DE-8084-C9CE25EDF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54412-49B6-4C8D-A527-C43AFA9AB27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22305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6E300D-479D-914F-2535-826A9BBAF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F07AFBF2-0B3B-472F-1E8D-C0A087AE7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C9C66-3265-4D4E-8A18-C4455380A5C2}" type="datetimeFigureOut">
              <a:rPr lang="nl-NL" smtClean="0"/>
              <a:t>11-2-2026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38B36919-3023-6F54-9E95-62BFEAFFF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2EE2E00B-B290-193E-CD8F-0F09CB9CF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54412-49B6-4C8D-A527-C43AFA9AB27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5346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731312F8-5D4F-C0E2-1C3F-0AC035850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C9C66-3265-4D4E-8A18-C4455380A5C2}" type="datetimeFigureOut">
              <a:rPr lang="nl-NL" smtClean="0"/>
              <a:t>11-2-2026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D531F4CA-BDF9-1DA9-F5A9-B5E3D2990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A0AF365-F4F6-F482-C362-54C5E487E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54412-49B6-4C8D-A527-C43AFA9AB27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38097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BB57D6-4946-6456-CEA7-4E2B36CD8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038F4FA-B4A8-9C72-1ACE-9C6DBE51A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2EAB968-A220-23E2-7F09-D37D5D311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2FF7318-84BA-5B23-F591-7B58E4CC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C9C66-3265-4D4E-8A18-C4455380A5C2}" type="datetimeFigureOut">
              <a:rPr lang="nl-NL" smtClean="0"/>
              <a:t>11-2-2026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EC06126-B7D8-1080-F4E9-4BF1C158B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5709251-2D85-9D4E-83FB-01D8BEE60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54412-49B6-4C8D-A527-C43AFA9AB27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7190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2114DC-6C84-8E4F-81E5-A676CB38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8996524A-F324-A318-2A3A-2D51C0E8CE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4B2D4DB-4A87-559F-FFD6-13685DAC3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5B49251-A610-E2AD-24E8-671E327A5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C9C66-3265-4D4E-8A18-C4455380A5C2}" type="datetimeFigureOut">
              <a:rPr lang="nl-NL" smtClean="0"/>
              <a:t>11-2-2026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8C80A09-904D-56E3-4E3B-121CE80F7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0FC013A-FCF3-2002-CF34-E9F1E1BB4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54412-49B6-4C8D-A527-C43AFA9AB27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7484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DED474-BF60-6938-B199-423526877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8FB54359-4DB7-B4E4-149D-86DD623C6F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A7A27A8-FC3F-CC89-9467-AE07EDD50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C9C66-3265-4D4E-8A18-C4455380A5C2}" type="datetimeFigureOut">
              <a:rPr lang="nl-NL" smtClean="0"/>
              <a:t>11-2-2026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60DA5D9-01DD-D5A3-69A9-29950D9E2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2FB8530-0187-A95F-D24C-9783292A7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54412-49B6-4C8D-A527-C43AFA9AB27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89460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CB1E1931-02C4-CAD6-D5AD-54A62955D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44004F0-20F3-7896-F0E5-0EC70CA8A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F8C46FE-B248-C196-52D7-2BA515477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C9C66-3265-4D4E-8A18-C4455380A5C2}" type="datetimeFigureOut">
              <a:rPr lang="nl-NL" smtClean="0"/>
              <a:t>11-2-2026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9D25DAB-5D30-B995-1A4C-A6B4A5EDC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24766DF-DDF4-310A-5AA3-1C3EFFB36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54412-49B6-4C8D-A527-C43AFA9AB27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07158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st">
            <a:extLst>
              <a:ext uri="{FF2B5EF4-FFF2-40B4-BE49-F238E27FC236}">
                <a16:creationId xmlns:a16="http://schemas.microsoft.com/office/drawing/2014/main" id="{68F83360-496D-4981-8AFA-91979A468213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50001" y="620688"/>
            <a:ext cx="7950256" cy="1701143"/>
          </a:xfrm>
        </p:spPr>
        <p:txBody>
          <a:bodyPr anchor="b">
            <a:normAutofit fontScale="90000"/>
          </a:bodyPr>
          <a:lstStyle>
            <a:lvl1pPr algn="l">
              <a:defRPr sz="5400"/>
            </a:lvl1pPr>
          </a:lstStyle>
          <a:p>
            <a:pPr marL="0" marR="0" indent="0" algn="l" rtl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5400" b="1" kern="1200">
                <a:solidFill>
                  <a:schemeClr val="accent1"/>
                </a:solidFill>
                <a:latin typeface="Verdana"/>
                <a:ea typeface="+mj-ea"/>
                <a:cs typeface="+mj-cs"/>
              </a:rPr>
              <a:t>Moderne Werkplek - Introductie van het programma</a:t>
            </a:r>
          </a:p>
        </p:txBody>
      </p:sp>
      <p:sp>
        <p:nvSpPr>
          <p:cNvPr id="3" name="Test">
            <a:extLst>
              <a:ext uri="{FF2B5EF4-FFF2-40B4-BE49-F238E27FC236}">
                <a16:creationId xmlns:a16="http://schemas.microsoft.com/office/drawing/2014/main" id="{2F288D5E-864E-4E8F-933B-7F3FD173FED8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450001" y="2421310"/>
            <a:ext cx="7950256" cy="647650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indent="0" algn="l" rtl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800" b="1" kern="1200">
                <a:solidFill>
                  <a:schemeClr val="accent1"/>
                </a:solidFill>
                <a:latin typeface="Verdana"/>
                <a:ea typeface="+mn-ea"/>
                <a:cs typeface="+mn-cs"/>
              </a:rPr>
              <a:t xml:space="preserve"> </a:t>
            </a: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57D3A518-1330-463D-8829-3E2543CFF6EB}"/>
              </a:ext>
            </a:extLst>
          </p:cNvPr>
          <p:cNvSpPr/>
          <p:nvPr userDrawn="1"/>
        </p:nvSpPr>
        <p:spPr>
          <a:xfrm>
            <a:off x="442913" y="5734050"/>
            <a:ext cx="11749087" cy="1123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A12451A8-BB27-4796-86AD-0AEC63F9B5FA}"/>
              </a:ext>
            </a:extLst>
          </p:cNvPr>
          <p:cNvSpPr/>
          <p:nvPr userDrawn="1"/>
        </p:nvSpPr>
        <p:spPr>
          <a:xfrm>
            <a:off x="11742000" y="5285524"/>
            <a:ext cx="450000" cy="45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st"/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428400" y="3780000"/>
            <a:ext cx="5400000" cy="288000"/>
          </a:xfrm>
          <a:noFill/>
        </p:spPr>
        <p:txBody>
          <a:bodyPr/>
          <a:lstStyle>
            <a:lvl1pPr marL="0" indent="0">
              <a:buFontTx/>
              <a:buNone/>
              <a:defRPr lang="nl-NL" smtClean="0"/>
            </a:lvl1pPr>
            <a:lvl2pPr marL="358775" indent="0">
              <a:buFontTx/>
              <a:buNone/>
              <a:defRPr lang="nl-NL" smtClean="0"/>
            </a:lvl2pPr>
            <a:lvl3pPr>
              <a:buFontTx/>
              <a:buNone/>
              <a:defRPr lang="nl-NL" smtClean="0"/>
            </a:lvl3pPr>
            <a:lvl4pPr>
              <a:buFontTx/>
              <a:buNone/>
              <a:defRPr lang="nl-NL" smtClean="0"/>
            </a:lvl4pPr>
            <a:lvl5pPr marL="0" indent="0">
              <a:buFontTx/>
              <a:buNone/>
              <a:defRPr lang="nl-NL"/>
            </a:lvl5pPr>
          </a:lstStyle>
          <a:p>
            <a:pPr marL="0" marR="0" indent="0" algn="l" rtl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800" kern="1200">
                <a:solidFill>
                  <a:schemeClr val="tx1"/>
                </a:solidFill>
                <a:latin typeface="Verdana"/>
                <a:ea typeface="+mn-ea"/>
                <a:cs typeface="+mn-cs"/>
              </a:rPr>
              <a:t>18 februari 2025</a:t>
            </a:r>
          </a:p>
        </p:txBody>
      </p:sp>
      <p:sp>
        <p:nvSpPr>
          <p:cNvPr id="11" name="Test"/>
          <p:cNvSpPr>
            <a:spLocks noGrp="1"/>
          </p:cNvSpPr>
          <p:nvPr>
            <p:ph type="body" sz="quarter" idx="11" hasCustomPrompt="1"/>
            <p:custDataLst>
              <p:tags r:id="rId4"/>
            </p:custDataLst>
          </p:nvPr>
        </p:nvSpPr>
        <p:spPr>
          <a:xfrm>
            <a:off x="428400" y="4078800"/>
            <a:ext cx="5400000" cy="288000"/>
          </a:xfrm>
          <a:noFill/>
        </p:spPr>
        <p:txBody>
          <a:bodyPr/>
          <a:lstStyle>
            <a:lvl1pPr marL="0" indent="0">
              <a:buFontTx/>
              <a:buNone/>
              <a:defRPr lang="nl-NL" smtClean="0"/>
            </a:lvl1pPr>
            <a:lvl2pPr marL="358775" indent="0">
              <a:buFontTx/>
              <a:buNone/>
              <a:defRPr lang="nl-NL" smtClean="0"/>
            </a:lvl2pPr>
            <a:lvl3pPr>
              <a:buFontTx/>
              <a:buNone/>
              <a:defRPr lang="nl-NL" smtClean="0"/>
            </a:lvl3pPr>
            <a:lvl4pPr>
              <a:buFontTx/>
              <a:buNone/>
              <a:defRPr lang="nl-NL" smtClean="0"/>
            </a:lvl4pPr>
            <a:lvl5pPr marL="0" indent="0">
              <a:buFontTx/>
              <a:buNone/>
              <a:defRPr lang="nl-NL"/>
            </a:lvl5pPr>
          </a:lstStyle>
          <a:p>
            <a:pPr marL="0" marR="0" indent="0" algn="l" rtl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800" kern="1200">
                <a:solidFill>
                  <a:schemeClr val="tx1"/>
                </a:solidFill>
                <a:latin typeface="Verdana"/>
                <a:ea typeface="+mn-ea"/>
                <a:cs typeface="+mn-cs"/>
              </a:rPr>
              <a:t xml:space="preserve"> </a:t>
            </a:r>
          </a:p>
        </p:txBody>
      </p:sp>
      <p:pic>
        <p:nvPicPr>
          <p:cNvPr id="6" name="Test">
            <a:extLst>
              <a:ext uri="{FF2B5EF4-FFF2-40B4-BE49-F238E27FC236}">
                <a16:creationId xmlns:a16="http://schemas.microsoft.com/office/drawing/2014/main" id="{D56DD927-E2B9-E46D-489C-3BC1ED66F696}"/>
              </a:ext>
            </a:extLst>
          </p:cNvPr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756" y="5697252"/>
            <a:ext cx="8191500" cy="165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942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9">
            <a:extLst>
              <a:ext uri="{FF2B5EF4-FFF2-40B4-BE49-F238E27FC236}">
                <a16:creationId xmlns:a16="http://schemas.microsoft.com/office/drawing/2014/main" id="{5A274BC5-FC4A-496C-8E3E-3BA60D97D24B}"/>
              </a:ext>
            </a:extLst>
          </p:cNvPr>
          <p:cNvSpPr/>
          <p:nvPr userDrawn="1"/>
        </p:nvSpPr>
        <p:spPr>
          <a:xfrm>
            <a:off x="0" y="0"/>
            <a:ext cx="11749087" cy="57340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CF749D8D-7367-469C-A984-202CFE7AD3BA}"/>
              </a:ext>
            </a:extLst>
          </p:cNvPr>
          <p:cNvSpPr/>
          <p:nvPr userDrawn="1"/>
        </p:nvSpPr>
        <p:spPr>
          <a:xfrm>
            <a:off x="0" y="5734050"/>
            <a:ext cx="450000" cy="45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962E27A-0AA5-4103-B9D3-2493323CB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AE79E2BA-1F2C-4D5D-8068-87C149DFDB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0800" y="1699200"/>
            <a:ext cx="10432800" cy="3564000"/>
          </a:xfrm>
        </p:spPr>
        <p:txBody>
          <a:bodyPr/>
          <a:lstStyle>
            <a:lvl3pPr marL="361950" indent="0">
              <a:defRPr/>
            </a:lvl3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18614EB7-5433-86A0-1A52-30E1BEB0917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F607990-BC80-4CBA-B3C2-46553D0BE98C}" type="slidenum">
              <a:rPr lang="nl-NL" smtClean="0"/>
              <a:t>‹nr.›</a:t>
            </a:fld>
            <a:endParaRPr lang="nl-NL"/>
          </a:p>
        </p:txBody>
      </p:sp>
      <p:sp>
        <p:nvSpPr>
          <p:cNvPr id="13" name="Test">
            <a:extLst>
              <a:ext uri="{FF2B5EF4-FFF2-40B4-BE49-F238E27FC236}">
                <a16:creationId xmlns:a16="http://schemas.microsoft.com/office/drawing/2014/main" id="{1DF400B8-AE23-6C93-067F-0F5989EABC1D}"/>
              </a:ext>
            </a:extLst>
          </p:cNvPr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910800" y="6382800"/>
            <a:ext cx="2743200" cy="25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marL="0" marR="0" indent="0" algn="l" rtl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200" kern="1200">
                <a:solidFill>
                  <a:schemeClr val="tx1"/>
                </a:solidFill>
                <a:latin typeface="Verdana"/>
                <a:ea typeface="+mn-ea"/>
                <a:cs typeface="+mn-cs"/>
              </a:rPr>
              <a:t>9 januari 2025</a:t>
            </a:r>
          </a:p>
        </p:txBody>
      </p:sp>
    </p:spTree>
    <p:extLst>
      <p:ext uri="{BB962C8B-B14F-4D97-AF65-F5344CB8AC3E}">
        <p14:creationId xmlns:p14="http://schemas.microsoft.com/office/powerpoint/2010/main" val="1186642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met afbeeldingsveld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51A302E4-EEDC-433E-B8C4-0CD79CD86D6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4168"/>
            <a:ext cx="11742000" cy="5724609"/>
          </a:xfrm>
          <a:custGeom>
            <a:avLst/>
            <a:gdLst>
              <a:gd name="connsiteX0" fmla="*/ 0 w 11742000"/>
              <a:gd name="connsiteY0" fmla="*/ 0 h 5724609"/>
              <a:gd name="connsiteX1" fmla="*/ 11742000 w 11742000"/>
              <a:gd name="connsiteY1" fmla="*/ 0 h 5724609"/>
              <a:gd name="connsiteX2" fmla="*/ 11742000 w 11742000"/>
              <a:gd name="connsiteY2" fmla="*/ 5281356 h 5724609"/>
              <a:gd name="connsiteX3" fmla="*/ 442913 w 11742000"/>
              <a:gd name="connsiteY3" fmla="*/ 5281356 h 5724609"/>
              <a:gd name="connsiteX4" fmla="*/ 442913 w 11742000"/>
              <a:gd name="connsiteY4" fmla="*/ 5724609 h 5724609"/>
              <a:gd name="connsiteX5" fmla="*/ 0 w 11742000"/>
              <a:gd name="connsiteY5" fmla="*/ 5724609 h 5724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42000" h="5724609">
                <a:moveTo>
                  <a:pt x="0" y="0"/>
                </a:moveTo>
                <a:lnTo>
                  <a:pt x="11742000" y="0"/>
                </a:lnTo>
                <a:lnTo>
                  <a:pt x="11742000" y="5281356"/>
                </a:lnTo>
                <a:lnTo>
                  <a:pt x="442913" y="5281356"/>
                </a:lnTo>
                <a:lnTo>
                  <a:pt x="442913" y="5724609"/>
                </a:lnTo>
                <a:lnTo>
                  <a:pt x="0" y="572460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72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nl-NL"/>
              <a:t>Klik op het icoon of sleep een afbeelding in het afbeeldingsveld</a:t>
            </a:r>
          </a:p>
        </p:txBody>
      </p:sp>
      <p:sp>
        <p:nvSpPr>
          <p:cNvPr id="2" name="Test">
            <a:extLst>
              <a:ext uri="{FF2B5EF4-FFF2-40B4-BE49-F238E27FC236}">
                <a16:creationId xmlns:a16="http://schemas.microsoft.com/office/drawing/2014/main" id="{68F83360-496D-4981-8AFA-91979A468213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50001" y="152636"/>
            <a:ext cx="7950256" cy="1701143"/>
          </a:xfrm>
        </p:spPr>
        <p:txBody>
          <a:bodyPr anchor="b">
            <a:normAutofit fontScale="90000"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pPr marL="0" marR="0" indent="0" algn="l" rtl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5400" b="1" kern="1200">
                <a:solidFill>
                  <a:schemeClr val="bg1"/>
                </a:solidFill>
                <a:latin typeface="Verdana"/>
                <a:ea typeface="+mj-ea"/>
                <a:cs typeface="+mj-cs"/>
              </a:rPr>
              <a:t>Klik om stijl te bewerken</a:t>
            </a:r>
          </a:p>
        </p:txBody>
      </p:sp>
      <p:sp>
        <p:nvSpPr>
          <p:cNvPr id="3" name="Test">
            <a:extLst>
              <a:ext uri="{FF2B5EF4-FFF2-40B4-BE49-F238E27FC236}">
                <a16:creationId xmlns:a16="http://schemas.microsoft.com/office/drawing/2014/main" id="{2F288D5E-864E-4E8F-933B-7F3FD173FED8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450001" y="1953258"/>
            <a:ext cx="7950256" cy="647650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indent="0" algn="l" rtl="0" hangingPunct="1">
              <a:lnSpc>
                <a:spcPct val="110000"/>
              </a:lnSpc>
              <a:spcBef>
                <a:spcPts val="1"/>
              </a:spcBef>
              <a:spcAft>
                <a:spcPct val="0"/>
              </a:spcAft>
            </a:pPr>
            <a:r>
              <a:rPr lang="nl-NL" sz="1800" b="1" kern="1200">
                <a:solidFill>
                  <a:schemeClr val="bg1"/>
                </a:solidFill>
                <a:latin typeface="Verdana"/>
                <a:ea typeface="+mn-ea"/>
                <a:cs typeface="+mn-cs"/>
              </a:rPr>
              <a:t>Klikken om de ondertitelstijl van het model te bewerken</a:t>
            </a:r>
          </a:p>
        </p:txBody>
      </p:sp>
      <p:sp>
        <p:nvSpPr>
          <p:cNvPr id="20" name="Rechthoek 19">
            <a:extLst>
              <a:ext uri="{FF2B5EF4-FFF2-40B4-BE49-F238E27FC236}">
                <a16:creationId xmlns:a16="http://schemas.microsoft.com/office/drawing/2014/main" id="{40B358DB-FF9A-4CA8-AC31-E2C73DE31353}"/>
              </a:ext>
            </a:extLst>
          </p:cNvPr>
          <p:cNvSpPr/>
          <p:nvPr userDrawn="1"/>
        </p:nvSpPr>
        <p:spPr>
          <a:xfrm>
            <a:off x="442913" y="5285524"/>
            <a:ext cx="11749087" cy="15724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est"/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450000" y="4114800"/>
            <a:ext cx="5868000" cy="288000"/>
          </a:xfrm>
          <a:noFill/>
        </p:spPr>
        <p:txBody>
          <a:bodyPr/>
          <a:lstStyle>
            <a:lvl1pPr marL="0" indent="0">
              <a:buFontTx/>
              <a:buNone/>
              <a:defRPr lang="nl-NL" smtClean="0">
                <a:solidFill>
                  <a:schemeClr val="bg1"/>
                </a:solidFill>
              </a:defRPr>
            </a:lvl1pPr>
            <a:lvl2pPr marL="358775" indent="0">
              <a:buFontTx/>
              <a:buNone/>
              <a:defRPr lang="nl-NL" smtClean="0"/>
            </a:lvl2pPr>
            <a:lvl3pPr>
              <a:buFontTx/>
              <a:buNone/>
              <a:defRPr lang="nl-NL" smtClean="0"/>
            </a:lvl3pPr>
            <a:lvl4pPr>
              <a:buFontTx/>
              <a:buNone/>
              <a:defRPr lang="nl-NL" smtClean="0"/>
            </a:lvl4pPr>
            <a:lvl5pPr marL="0" indent="0">
              <a:buFontTx/>
              <a:buNone/>
              <a:defRPr lang="nl-NL"/>
            </a:lvl5pPr>
          </a:lstStyle>
          <a:p>
            <a:pPr marL="0" marR="0" indent="0" algn="l" rtl="0" hangingPunct="1">
              <a:lnSpc>
                <a:spcPct val="110000"/>
              </a:lnSpc>
              <a:spcBef>
                <a:spcPts val="1"/>
              </a:spcBef>
              <a:spcAft>
                <a:spcPct val="0"/>
              </a:spcAft>
            </a:pPr>
            <a:r>
              <a:rPr lang="nl-NL" sz="1800" kern="1200">
                <a:solidFill>
                  <a:schemeClr val="bg1"/>
                </a:solidFill>
                <a:latin typeface="Verdana"/>
                <a:ea typeface="+mn-ea"/>
                <a:cs typeface="+mn-cs"/>
              </a:rPr>
              <a:t>9 januari 2025</a:t>
            </a:r>
          </a:p>
        </p:txBody>
      </p:sp>
      <p:sp>
        <p:nvSpPr>
          <p:cNvPr id="13" name="Test"/>
          <p:cNvSpPr>
            <a:spLocks noGrp="1"/>
          </p:cNvSpPr>
          <p:nvPr>
            <p:ph type="body" sz="quarter" idx="11" hasCustomPrompt="1"/>
            <p:custDataLst>
              <p:tags r:id="rId4"/>
            </p:custDataLst>
          </p:nvPr>
        </p:nvSpPr>
        <p:spPr>
          <a:xfrm>
            <a:off x="450000" y="4413600"/>
            <a:ext cx="5862024" cy="288000"/>
          </a:xfrm>
          <a:noFill/>
        </p:spPr>
        <p:txBody>
          <a:bodyPr/>
          <a:lstStyle>
            <a:lvl1pPr marL="0" indent="0">
              <a:buFontTx/>
              <a:buNone/>
              <a:defRPr lang="nl-NL" smtClean="0">
                <a:solidFill>
                  <a:schemeClr val="bg1"/>
                </a:solidFill>
              </a:defRPr>
            </a:lvl1pPr>
            <a:lvl2pPr marL="358775" indent="0">
              <a:buFontTx/>
              <a:buNone/>
              <a:defRPr lang="nl-NL" smtClean="0"/>
            </a:lvl2pPr>
            <a:lvl3pPr>
              <a:buFontTx/>
              <a:buNone/>
              <a:defRPr lang="nl-NL" smtClean="0"/>
            </a:lvl3pPr>
            <a:lvl4pPr>
              <a:buFontTx/>
              <a:buNone/>
              <a:defRPr lang="nl-NL" smtClean="0"/>
            </a:lvl4pPr>
            <a:lvl5pPr marL="0" indent="0">
              <a:buFontTx/>
              <a:buNone/>
              <a:defRPr lang="nl-NL"/>
            </a:lvl5pPr>
          </a:lstStyle>
          <a:p>
            <a:pPr marL="0" marR="0" indent="0" algn="l" rtl="0" hangingPunct="1">
              <a:lnSpc>
                <a:spcPct val="110000"/>
              </a:lnSpc>
              <a:spcBef>
                <a:spcPts val="1"/>
              </a:spcBef>
              <a:spcAft>
                <a:spcPct val="0"/>
              </a:spcAft>
            </a:pPr>
            <a:r>
              <a:rPr lang="nl-NL" sz="1800" kern="1200">
                <a:solidFill>
                  <a:schemeClr val="bg1"/>
                </a:solidFill>
                <a:latin typeface="Verdana"/>
                <a:ea typeface="+mn-ea"/>
                <a:cs typeface="+mn-cs"/>
              </a:rPr>
              <a:t>M.H. Wildeman TBI SSC-ICT Diensten B.V.
M. Ransdorp TBI SSC-ICT Diensten B.V.</a:t>
            </a:r>
          </a:p>
        </p:txBody>
      </p:sp>
      <p:pic>
        <p:nvPicPr>
          <p:cNvPr id="4" name="Test">
            <a:extLst>
              <a:ext uri="{FF2B5EF4-FFF2-40B4-BE49-F238E27FC236}">
                <a16:creationId xmlns:a16="http://schemas.microsoft.com/office/drawing/2014/main" id="{D7EC23C5-BACE-CAB5-6313-F94C2CAA837E}"/>
              </a:ext>
            </a:extLst>
          </p:cNvPr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784717"/>
            <a:ext cx="6019800" cy="121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828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9">
            <a:extLst>
              <a:ext uri="{FF2B5EF4-FFF2-40B4-BE49-F238E27FC236}">
                <a16:creationId xmlns:a16="http://schemas.microsoft.com/office/drawing/2014/main" id="{5A274BC5-FC4A-496C-8E3E-3BA60D97D24B}"/>
              </a:ext>
            </a:extLst>
          </p:cNvPr>
          <p:cNvSpPr/>
          <p:nvPr userDrawn="1"/>
        </p:nvSpPr>
        <p:spPr>
          <a:xfrm>
            <a:off x="0" y="0"/>
            <a:ext cx="11749087" cy="57340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CF749D8D-7367-469C-A984-202CFE7AD3BA}"/>
              </a:ext>
            </a:extLst>
          </p:cNvPr>
          <p:cNvSpPr/>
          <p:nvPr userDrawn="1"/>
        </p:nvSpPr>
        <p:spPr>
          <a:xfrm>
            <a:off x="0" y="5734050"/>
            <a:ext cx="450000" cy="45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962E27A-0AA5-4103-B9D3-2493323CB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AE79E2BA-1F2C-4D5D-8068-87C149DFDB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0800" y="1699200"/>
            <a:ext cx="10432800" cy="3564000"/>
          </a:xfrm>
        </p:spPr>
        <p:txBody>
          <a:bodyPr/>
          <a:lstStyle>
            <a:lvl3pPr marL="361950" indent="0">
              <a:defRPr/>
            </a:lvl3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18614EB7-5433-86A0-1A52-30E1BEB0917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F607990-BC80-4CBA-B3C2-46553D0BE98C}" type="slidenum">
              <a:rPr lang="nl-NL" smtClean="0"/>
              <a:t>‹nr.›</a:t>
            </a:fld>
            <a:endParaRPr lang="nl-NL"/>
          </a:p>
        </p:txBody>
      </p:sp>
      <p:sp>
        <p:nvSpPr>
          <p:cNvPr id="13" name="Test">
            <a:extLst>
              <a:ext uri="{FF2B5EF4-FFF2-40B4-BE49-F238E27FC236}">
                <a16:creationId xmlns:a16="http://schemas.microsoft.com/office/drawing/2014/main" id="{1DF400B8-AE23-6C93-067F-0F5989EABC1D}"/>
              </a:ext>
            </a:extLst>
          </p:cNvPr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910800" y="6382800"/>
            <a:ext cx="2743200" cy="25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marL="0" marR="0" indent="0" algn="l" rtl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200" kern="1200">
                <a:solidFill>
                  <a:schemeClr val="tx1"/>
                </a:solidFill>
                <a:latin typeface="Verdana"/>
                <a:ea typeface="+mn-ea"/>
                <a:cs typeface="+mn-cs"/>
              </a:rPr>
              <a:t>9 januari 2025</a:t>
            </a:r>
          </a:p>
        </p:txBody>
      </p:sp>
    </p:spTree>
    <p:extLst>
      <p:ext uri="{BB962C8B-B14F-4D97-AF65-F5344CB8AC3E}">
        <p14:creationId xmlns:p14="http://schemas.microsoft.com/office/powerpoint/2010/main" val="937637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>
            <a:extLst>
              <a:ext uri="{FF2B5EF4-FFF2-40B4-BE49-F238E27FC236}">
                <a16:creationId xmlns:a16="http://schemas.microsoft.com/office/drawing/2014/main" id="{DA623FA6-331C-4C7F-A589-A70C5DF61277}"/>
              </a:ext>
            </a:extLst>
          </p:cNvPr>
          <p:cNvSpPr/>
          <p:nvPr userDrawn="1"/>
        </p:nvSpPr>
        <p:spPr>
          <a:xfrm>
            <a:off x="442913" y="5734050"/>
            <a:ext cx="11749087" cy="1123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C115147A-DE13-49E4-923F-580FCC47220C}"/>
              </a:ext>
            </a:extLst>
          </p:cNvPr>
          <p:cNvSpPr/>
          <p:nvPr userDrawn="1"/>
        </p:nvSpPr>
        <p:spPr>
          <a:xfrm>
            <a:off x="11742000" y="5285524"/>
            <a:ext cx="450000" cy="45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962E27A-0AA5-4103-B9D3-2493323CB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A12473C-8192-456F-87CE-F7D111237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07990-BC80-4CBA-B3C2-46553D0BE98C}" type="slidenum">
              <a:rPr lang="nl-NL" smtClean="0"/>
              <a:t>‹nr.›</a:t>
            </a:fld>
            <a:endParaRPr lang="nl-NL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AE79E2BA-1F2C-4D5D-8068-87C149DFDB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0800" y="1699200"/>
            <a:ext cx="10432800" cy="3564000"/>
          </a:xfrm>
        </p:spPr>
        <p:txBody>
          <a:bodyPr/>
          <a:lstStyle>
            <a:lvl3pPr marL="361950" indent="0">
              <a:defRPr/>
            </a:lvl3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5" name="Test">
            <a:extLst>
              <a:ext uri="{FF2B5EF4-FFF2-40B4-BE49-F238E27FC236}">
                <a16:creationId xmlns:a16="http://schemas.microsoft.com/office/drawing/2014/main" id="{0D93240E-1046-CCDD-408B-EA70C25440CB}"/>
              </a:ext>
            </a:extLst>
          </p:cNvPr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910800" y="6382800"/>
            <a:ext cx="2743200" cy="25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marL="0" marR="0" indent="0" algn="l" rtl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200" kern="1200">
                <a:solidFill>
                  <a:schemeClr val="tx1"/>
                </a:solidFill>
                <a:latin typeface="Verdana"/>
                <a:ea typeface="+mn-ea"/>
                <a:cs typeface="+mn-cs"/>
              </a:rPr>
              <a:t>9 januari 2025</a:t>
            </a:r>
          </a:p>
        </p:txBody>
      </p:sp>
      <p:pic>
        <p:nvPicPr>
          <p:cNvPr id="10" name="Test">
            <a:extLst>
              <a:ext uri="{FF2B5EF4-FFF2-40B4-BE49-F238E27FC236}">
                <a16:creationId xmlns:a16="http://schemas.microsoft.com/office/drawing/2014/main" id="{C8189F6C-FE74-E618-B0E3-FD8A2D74F7FF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430" y="5722215"/>
            <a:ext cx="6019800" cy="121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627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trotekst en 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hoek 14">
            <a:extLst>
              <a:ext uri="{FF2B5EF4-FFF2-40B4-BE49-F238E27FC236}">
                <a16:creationId xmlns:a16="http://schemas.microsoft.com/office/drawing/2014/main" id="{BD7EA664-D0EE-4A8D-A160-E369018EB69A}"/>
              </a:ext>
            </a:extLst>
          </p:cNvPr>
          <p:cNvSpPr/>
          <p:nvPr userDrawn="1"/>
        </p:nvSpPr>
        <p:spPr>
          <a:xfrm>
            <a:off x="442913" y="5734050"/>
            <a:ext cx="11749087" cy="1123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1257DDFA-1467-417B-9932-9E442D53AD85}"/>
              </a:ext>
            </a:extLst>
          </p:cNvPr>
          <p:cNvSpPr/>
          <p:nvPr userDrawn="1"/>
        </p:nvSpPr>
        <p:spPr>
          <a:xfrm>
            <a:off x="11742000" y="5285524"/>
            <a:ext cx="450000" cy="45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906878A-ED22-4C01-BACF-C1982FA6C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E9433C5-DC12-4DDE-9DC3-272B3EB68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07990-BC80-4CBA-B3C2-46553D0BE98C}" type="slidenum">
              <a:rPr lang="nl-NL" smtClean="0"/>
              <a:t>‹nr.›</a:t>
            </a:fld>
            <a:endParaRPr lang="nl-NL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AAB059D1-C290-4954-A7F4-D2834832AD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225" y="1700212"/>
            <a:ext cx="10449662" cy="684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Introtekst</a:t>
            </a:r>
          </a:p>
        </p:txBody>
      </p:sp>
      <p:sp>
        <p:nvSpPr>
          <p:cNvPr id="11" name="Tijdelijke aanduiding voor tabel 10">
            <a:extLst>
              <a:ext uri="{FF2B5EF4-FFF2-40B4-BE49-F238E27FC236}">
                <a16:creationId xmlns:a16="http://schemas.microsoft.com/office/drawing/2014/main" id="{C0002401-65E9-4A6E-B596-36ADD636813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1225" y="2624944"/>
            <a:ext cx="10298113" cy="2638256"/>
          </a:xfrm>
        </p:spPr>
        <p:txBody>
          <a:bodyPr/>
          <a:lstStyle>
            <a:lvl1pPr marL="0" indent="0" algn="ctr">
              <a:buNone/>
              <a:tabLst>
                <a:tab pos="4846638" algn="l"/>
              </a:tabLst>
              <a:defRPr/>
            </a:lvl1pPr>
          </a:lstStyle>
          <a:p>
            <a:r>
              <a:rPr lang="nl-NL"/>
              <a:t>Klik op het pictogram als u een tabel wilt toevoegen</a:t>
            </a:r>
          </a:p>
        </p:txBody>
      </p:sp>
      <p:sp>
        <p:nvSpPr>
          <p:cNvPr id="13" name="Test">
            <a:extLst>
              <a:ext uri="{FF2B5EF4-FFF2-40B4-BE49-F238E27FC236}">
                <a16:creationId xmlns:a16="http://schemas.microsoft.com/office/drawing/2014/main" id="{A3CCD4C0-9542-1B73-232A-A64D8DAE80FF}"/>
              </a:ext>
            </a:extLst>
          </p:cNvPr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910800" y="6382800"/>
            <a:ext cx="2743200" cy="25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marL="0" marR="0" indent="0" algn="l" rtl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200" kern="1200">
                <a:solidFill>
                  <a:schemeClr val="tx1"/>
                </a:solidFill>
                <a:latin typeface="Verdana"/>
                <a:ea typeface="+mn-ea"/>
                <a:cs typeface="+mn-cs"/>
              </a:rPr>
              <a:t>9 januari 2025</a:t>
            </a:r>
          </a:p>
        </p:txBody>
      </p:sp>
      <p:pic>
        <p:nvPicPr>
          <p:cNvPr id="3" name="Test">
            <a:extLst>
              <a:ext uri="{FF2B5EF4-FFF2-40B4-BE49-F238E27FC236}">
                <a16:creationId xmlns:a16="http://schemas.microsoft.com/office/drawing/2014/main" id="{1D2DBB9B-3FFA-A88B-2F95-C87935771365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784717"/>
            <a:ext cx="6019800" cy="121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885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1CC1BEB5-7386-4C70-AB83-9E72F54F1C54}"/>
              </a:ext>
            </a:extLst>
          </p:cNvPr>
          <p:cNvSpPr/>
          <p:nvPr userDrawn="1"/>
        </p:nvSpPr>
        <p:spPr>
          <a:xfrm>
            <a:off x="442913" y="5734050"/>
            <a:ext cx="11749087" cy="1123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D2C7CDE-328C-4F9A-9C22-E479F096B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A2E3220-E84E-424E-974C-D0565F4B9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07990-BC80-4CBA-B3C2-46553D0BE98C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5FA507CC-3F3F-4376-8407-17CF6661EE80}"/>
              </a:ext>
            </a:extLst>
          </p:cNvPr>
          <p:cNvSpPr/>
          <p:nvPr userDrawn="1"/>
        </p:nvSpPr>
        <p:spPr>
          <a:xfrm>
            <a:off x="11742000" y="5285524"/>
            <a:ext cx="450000" cy="45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est">
            <a:extLst>
              <a:ext uri="{FF2B5EF4-FFF2-40B4-BE49-F238E27FC236}">
                <a16:creationId xmlns:a16="http://schemas.microsoft.com/office/drawing/2014/main" id="{C72EC0CA-0F6B-7ABF-5B41-B3F928D0B331}"/>
              </a:ext>
            </a:extLst>
          </p:cNvPr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910800" y="6382800"/>
            <a:ext cx="2743200" cy="25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marL="0" marR="0" indent="0" algn="l" rtl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200" kern="1200">
                <a:solidFill>
                  <a:schemeClr val="tx1"/>
                </a:solidFill>
                <a:latin typeface="Verdana"/>
                <a:ea typeface="+mn-ea"/>
                <a:cs typeface="+mn-cs"/>
              </a:rPr>
              <a:t>9 januari 2025</a:t>
            </a:r>
          </a:p>
        </p:txBody>
      </p:sp>
      <p:pic>
        <p:nvPicPr>
          <p:cNvPr id="3" name="Test">
            <a:extLst>
              <a:ext uri="{FF2B5EF4-FFF2-40B4-BE49-F238E27FC236}">
                <a16:creationId xmlns:a16="http://schemas.microsoft.com/office/drawing/2014/main" id="{86778C88-2A38-3E7F-A27D-9B0E9D34BAF4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784717"/>
            <a:ext cx="6019800" cy="121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201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>
            <a:extLst>
              <a:ext uri="{FF2B5EF4-FFF2-40B4-BE49-F238E27FC236}">
                <a16:creationId xmlns:a16="http://schemas.microsoft.com/office/drawing/2014/main" id="{B0E67CE0-BBF6-431A-8D6A-231C543981A1}"/>
              </a:ext>
            </a:extLst>
          </p:cNvPr>
          <p:cNvSpPr/>
          <p:nvPr userDrawn="1"/>
        </p:nvSpPr>
        <p:spPr>
          <a:xfrm>
            <a:off x="442913" y="5734050"/>
            <a:ext cx="11749087" cy="1123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0091703-0AE4-4182-AB9B-C5B44CACD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07990-BC80-4CBA-B3C2-46553D0BE98C}" type="slidenum">
              <a:rPr lang="nl-NL" smtClean="0"/>
              <a:t>‹nr.›</a:t>
            </a:fld>
            <a:endParaRPr lang="nl-NL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90E77D3D-EDE7-406B-90F1-7F6A079E9328}"/>
              </a:ext>
            </a:extLst>
          </p:cNvPr>
          <p:cNvSpPr/>
          <p:nvPr userDrawn="1"/>
        </p:nvSpPr>
        <p:spPr>
          <a:xfrm>
            <a:off x="11742000" y="5285524"/>
            <a:ext cx="450000" cy="45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st">
            <a:extLst>
              <a:ext uri="{FF2B5EF4-FFF2-40B4-BE49-F238E27FC236}">
                <a16:creationId xmlns:a16="http://schemas.microsoft.com/office/drawing/2014/main" id="{7CFE742B-95A7-D1BB-8913-CAE1AFAB6117}"/>
              </a:ext>
            </a:extLst>
          </p:cNvPr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910800" y="6382800"/>
            <a:ext cx="2743200" cy="25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marL="0" marR="0" indent="0" algn="l" rtl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200" kern="1200">
                <a:solidFill>
                  <a:schemeClr val="tx1"/>
                </a:solidFill>
                <a:latin typeface="Verdana"/>
                <a:ea typeface="+mn-ea"/>
                <a:cs typeface="+mn-cs"/>
              </a:rPr>
              <a:t>9 januari 2025</a:t>
            </a:r>
          </a:p>
        </p:txBody>
      </p:sp>
      <p:pic>
        <p:nvPicPr>
          <p:cNvPr id="2" name="Test">
            <a:extLst>
              <a:ext uri="{FF2B5EF4-FFF2-40B4-BE49-F238E27FC236}">
                <a16:creationId xmlns:a16="http://schemas.microsoft.com/office/drawing/2014/main" id="{B06108BC-E112-B4F7-4707-87A70F51D42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784717"/>
            <a:ext cx="6019800" cy="121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97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227798-0B9E-4579-A7AE-3EEA4D20E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7106444-0986-41E6-A69A-F986F7D54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1409163-29F8-452A-BCC5-950ABCF29C30}"/>
              </a:ext>
            </a:extLst>
          </p:cNvPr>
          <p:cNvSpPr/>
          <p:nvPr userDrawn="1"/>
        </p:nvSpPr>
        <p:spPr>
          <a:xfrm>
            <a:off x="442913" y="5734050"/>
            <a:ext cx="11749087" cy="1123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8B869FD6-D654-4FD4-ADEF-71E0274928FA}"/>
              </a:ext>
            </a:extLst>
          </p:cNvPr>
          <p:cNvSpPr/>
          <p:nvPr userDrawn="1"/>
        </p:nvSpPr>
        <p:spPr>
          <a:xfrm>
            <a:off x="11742000" y="5285524"/>
            <a:ext cx="450000" cy="45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F34DE99-6151-4370-B338-E899A35CF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07990-BC80-4CBA-B3C2-46553D0BE98C}" type="slidenum">
              <a:rPr lang="nl-NL" smtClean="0"/>
              <a:t>‹nr.›</a:t>
            </a:fld>
            <a:endParaRPr lang="nl-NL"/>
          </a:p>
        </p:txBody>
      </p:sp>
      <p:sp>
        <p:nvSpPr>
          <p:cNvPr id="12" name="Test">
            <a:extLst>
              <a:ext uri="{FF2B5EF4-FFF2-40B4-BE49-F238E27FC236}">
                <a16:creationId xmlns:a16="http://schemas.microsoft.com/office/drawing/2014/main" id="{69DE5174-A8BD-1DC1-9A1E-03B2A9090F06}"/>
              </a:ext>
            </a:extLst>
          </p:cNvPr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910800" y="6382800"/>
            <a:ext cx="2743200" cy="25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marL="0" marR="0" indent="0" algn="l" rtl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200" kern="1200">
                <a:solidFill>
                  <a:schemeClr val="tx1"/>
                </a:solidFill>
                <a:latin typeface="Verdana"/>
                <a:ea typeface="+mn-ea"/>
                <a:cs typeface="+mn-cs"/>
              </a:rPr>
              <a:t>9 januari 2025</a:t>
            </a:r>
          </a:p>
        </p:txBody>
      </p:sp>
      <p:pic>
        <p:nvPicPr>
          <p:cNvPr id="4" name="Test">
            <a:extLst>
              <a:ext uri="{FF2B5EF4-FFF2-40B4-BE49-F238E27FC236}">
                <a16:creationId xmlns:a16="http://schemas.microsoft.com/office/drawing/2014/main" id="{BB8B68A5-1562-A0AA-886B-0A60E3CC89A4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784717"/>
            <a:ext cx="6019800" cy="121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03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3 afbeeldi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A4295227-75DE-4D07-8B59-82037B17922D}"/>
              </a:ext>
            </a:extLst>
          </p:cNvPr>
          <p:cNvSpPr/>
          <p:nvPr userDrawn="1"/>
        </p:nvSpPr>
        <p:spPr>
          <a:xfrm>
            <a:off x="442913" y="5734050"/>
            <a:ext cx="11749087" cy="1123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Afbeeldingsveld1">
            <a:extLst>
              <a:ext uri="{FF2B5EF4-FFF2-40B4-BE49-F238E27FC236}">
                <a16:creationId xmlns:a16="http://schemas.microsoft.com/office/drawing/2014/main" id="{21D4D724-D1AC-436E-9452-8FD61DD2CBF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1225" y="1440000"/>
            <a:ext cx="4788000" cy="40736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72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nl-NL"/>
              <a:t>Klik op het icoon of sleep een afbeelding in het afbeeldingsveld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97A43C4-CDF9-4EE3-A99B-6B2740114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07990-BC80-4CBA-B3C2-46553D0BE98C}" type="slidenum">
              <a:rPr lang="nl-NL" smtClean="0"/>
              <a:t>‹nr.›</a:t>
            </a:fld>
            <a:endParaRPr lang="nl-NL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43CE851E-ACD4-4F14-A4AB-C21F051CB095}"/>
              </a:ext>
            </a:extLst>
          </p:cNvPr>
          <p:cNvSpPr/>
          <p:nvPr userDrawn="1"/>
        </p:nvSpPr>
        <p:spPr>
          <a:xfrm>
            <a:off x="11742000" y="5285524"/>
            <a:ext cx="450000" cy="45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Afbeeldingsveld2">
            <a:extLst>
              <a:ext uri="{FF2B5EF4-FFF2-40B4-BE49-F238E27FC236}">
                <a16:creationId xmlns:a16="http://schemas.microsoft.com/office/drawing/2014/main" id="{5EDBAAE3-15A7-4DB1-96FA-0C7D2437B1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915980" y="1440000"/>
            <a:ext cx="5364795" cy="17686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72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nl-NL"/>
              <a:t>Klik op het icoon of sleep een afbeelding in het afbeeldingsveld</a:t>
            </a:r>
          </a:p>
        </p:txBody>
      </p:sp>
      <p:sp>
        <p:nvSpPr>
          <p:cNvPr id="13" name="Afbeeldingsveld3">
            <a:extLst>
              <a:ext uri="{FF2B5EF4-FFF2-40B4-BE49-F238E27FC236}">
                <a16:creationId xmlns:a16="http://schemas.microsoft.com/office/drawing/2014/main" id="{F83FEF0B-06E1-43B2-AC39-6A92EF6E8CF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915980" y="3429000"/>
            <a:ext cx="5364795" cy="20846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72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nl-NL"/>
              <a:t>Klik op het icoon of sleep een afbeelding in het afbeeldingsveld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67B05766-366B-449E-B1A2-49662E45F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6" name="Test">
            <a:extLst>
              <a:ext uri="{FF2B5EF4-FFF2-40B4-BE49-F238E27FC236}">
                <a16:creationId xmlns:a16="http://schemas.microsoft.com/office/drawing/2014/main" id="{2E7AF3A8-DF2F-1831-02D8-066BDD822106}"/>
              </a:ext>
            </a:extLst>
          </p:cNvPr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910800" y="6382800"/>
            <a:ext cx="2743200" cy="25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marL="0" marR="0" indent="0" algn="l" rtl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200" kern="1200">
                <a:solidFill>
                  <a:schemeClr val="tx1"/>
                </a:solidFill>
                <a:latin typeface="Verdana"/>
                <a:ea typeface="+mn-ea"/>
                <a:cs typeface="+mn-cs"/>
              </a:rPr>
              <a:t>9 januari 2025</a:t>
            </a:r>
          </a:p>
        </p:txBody>
      </p:sp>
      <p:pic>
        <p:nvPicPr>
          <p:cNvPr id="2" name="Test">
            <a:extLst>
              <a:ext uri="{FF2B5EF4-FFF2-40B4-BE49-F238E27FC236}">
                <a16:creationId xmlns:a16="http://schemas.microsoft.com/office/drawing/2014/main" id="{6E9D4C2D-10E2-AD84-66F3-8F33AEAB043F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784717"/>
            <a:ext cx="6019800" cy="121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043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object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A4295227-75DE-4D07-8B59-82037B17922D}"/>
              </a:ext>
            </a:extLst>
          </p:cNvPr>
          <p:cNvSpPr/>
          <p:nvPr userDrawn="1"/>
        </p:nvSpPr>
        <p:spPr>
          <a:xfrm>
            <a:off x="442913" y="5734050"/>
            <a:ext cx="11749087" cy="1123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97A43C4-CDF9-4EE3-A99B-6B2740114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07990-BC80-4CBA-B3C2-46553D0BE98C}" type="slidenum">
              <a:rPr lang="nl-NL" smtClean="0"/>
              <a:t>‹nr.›</a:t>
            </a:fld>
            <a:endParaRPr lang="nl-NL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43CE851E-ACD4-4F14-A4AB-C21F051CB095}"/>
              </a:ext>
            </a:extLst>
          </p:cNvPr>
          <p:cNvSpPr/>
          <p:nvPr userDrawn="1"/>
        </p:nvSpPr>
        <p:spPr>
          <a:xfrm>
            <a:off x="11742000" y="5285524"/>
            <a:ext cx="450000" cy="45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Afbeeldingsveld2">
            <a:extLst>
              <a:ext uri="{FF2B5EF4-FFF2-40B4-BE49-F238E27FC236}">
                <a16:creationId xmlns:a16="http://schemas.microsoft.com/office/drawing/2014/main" id="{5EDBAAE3-15A7-4DB1-96FA-0C7D2437B1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663123" y="440696"/>
            <a:ext cx="5617651" cy="50729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72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nl-NL"/>
              <a:t>Klik op het icoon of sleep een afbeelding in het afbeeldingsveld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67B05766-366B-449E-B1A2-49662E45F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00" y="360000"/>
            <a:ext cx="4996367" cy="1080000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7" name="Tijdelijke aanduiding voor inhoud 16">
            <a:extLst>
              <a:ext uri="{FF2B5EF4-FFF2-40B4-BE49-F238E27FC236}">
                <a16:creationId xmlns:a16="http://schemas.microsoft.com/office/drawing/2014/main" id="{DD339AF6-9BE7-4C9A-9605-59ECB910707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11225" y="1699199"/>
            <a:ext cx="4535142" cy="35640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3" name="Test">
            <a:extLst>
              <a:ext uri="{FF2B5EF4-FFF2-40B4-BE49-F238E27FC236}">
                <a16:creationId xmlns:a16="http://schemas.microsoft.com/office/drawing/2014/main" id="{BC31FDBB-E73D-769D-DAAB-1E507E5683F5}"/>
              </a:ext>
            </a:extLst>
          </p:cNvPr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910800" y="6382800"/>
            <a:ext cx="2743200" cy="25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marL="0" marR="0" indent="0" algn="l" rtl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200" kern="1200">
                <a:solidFill>
                  <a:schemeClr val="tx1"/>
                </a:solidFill>
                <a:latin typeface="Verdana"/>
                <a:ea typeface="+mn-ea"/>
                <a:cs typeface="+mn-cs"/>
              </a:rPr>
              <a:t>9 januari 2025</a:t>
            </a:r>
          </a:p>
        </p:txBody>
      </p:sp>
      <p:pic>
        <p:nvPicPr>
          <p:cNvPr id="2" name="Test">
            <a:extLst>
              <a:ext uri="{FF2B5EF4-FFF2-40B4-BE49-F238E27FC236}">
                <a16:creationId xmlns:a16="http://schemas.microsoft.com/office/drawing/2014/main" id="{8AFB8590-7DE5-9284-0088-A165C6BB34ED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784717"/>
            <a:ext cx="6019800" cy="121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597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3 afbeeldingen met sub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hoek 17">
            <a:extLst>
              <a:ext uri="{FF2B5EF4-FFF2-40B4-BE49-F238E27FC236}">
                <a16:creationId xmlns:a16="http://schemas.microsoft.com/office/drawing/2014/main" id="{6C42C64E-3478-4D66-AA4E-B44BDA0CCE35}"/>
              </a:ext>
            </a:extLst>
          </p:cNvPr>
          <p:cNvSpPr/>
          <p:nvPr userDrawn="1"/>
        </p:nvSpPr>
        <p:spPr>
          <a:xfrm>
            <a:off x="442913" y="5734050"/>
            <a:ext cx="11749087" cy="1123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D882CF76-F629-4AD0-B6A7-D4C5DF694472}"/>
              </a:ext>
            </a:extLst>
          </p:cNvPr>
          <p:cNvSpPr/>
          <p:nvPr userDrawn="1"/>
        </p:nvSpPr>
        <p:spPr>
          <a:xfrm>
            <a:off x="11742000" y="5285524"/>
            <a:ext cx="450000" cy="45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0588B06-DFB8-4E9E-912E-87A5D4BEE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A965D37-FEDF-436E-B557-EC09337F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07990-BC80-4CBA-B3C2-46553D0BE98C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Afbeeldingsveld1">
            <a:extLst>
              <a:ext uri="{FF2B5EF4-FFF2-40B4-BE49-F238E27FC236}">
                <a16:creationId xmlns:a16="http://schemas.microsoft.com/office/drawing/2014/main" id="{8FC9D1DF-17D2-472B-A066-1D9D14A8740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1224" y="1440000"/>
            <a:ext cx="3312000" cy="27810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72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nl-NL"/>
              <a:t>Klik op het icoon of sleep een afbeelding in het afbeeldingsveld</a:t>
            </a:r>
          </a:p>
        </p:txBody>
      </p:sp>
      <p:sp>
        <p:nvSpPr>
          <p:cNvPr id="9" name="Afbeeldingsveld3">
            <a:extLst>
              <a:ext uri="{FF2B5EF4-FFF2-40B4-BE49-F238E27FC236}">
                <a16:creationId xmlns:a16="http://schemas.microsoft.com/office/drawing/2014/main" id="{5A1E843E-A009-4874-933E-06EC0E4FF65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968776" y="1440000"/>
            <a:ext cx="3312000" cy="27810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72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nl-NL"/>
              <a:t>Klik op het icoon of sleep een afbeelding in het afbeeldingsveld</a:t>
            </a:r>
          </a:p>
        </p:txBody>
      </p:sp>
      <p:sp>
        <p:nvSpPr>
          <p:cNvPr id="12" name="Afbeeldingsveld2">
            <a:extLst>
              <a:ext uri="{FF2B5EF4-FFF2-40B4-BE49-F238E27FC236}">
                <a16:creationId xmlns:a16="http://schemas.microsoft.com/office/drawing/2014/main" id="{98D6D5F0-F157-4587-A6C5-B2C3292C1C7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440000" y="1440000"/>
            <a:ext cx="3312000" cy="27810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72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nl-NL"/>
              <a:t>Klik op het icoon of sleep een afbeelding in het afbeeldingsveld</a:t>
            </a:r>
          </a:p>
        </p:txBody>
      </p:sp>
      <p:sp>
        <p:nvSpPr>
          <p:cNvPr id="15" name="Subtitel1">
            <a:extLst>
              <a:ext uri="{FF2B5EF4-FFF2-40B4-BE49-F238E27FC236}">
                <a16:creationId xmlns:a16="http://schemas.microsoft.com/office/drawing/2014/main" id="{BBA340C4-3F72-4914-A174-DBC4C2A5BBF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1224" y="4390550"/>
            <a:ext cx="3312000" cy="586622"/>
          </a:xfrm>
        </p:spPr>
        <p:txBody>
          <a:bodyPr/>
          <a:lstStyle>
            <a:lvl1pPr marL="0" indent="0">
              <a:spcBef>
                <a:spcPct val="0"/>
              </a:spcBef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/>
              <a:t>Subtitel</a:t>
            </a:r>
          </a:p>
        </p:txBody>
      </p:sp>
      <p:sp>
        <p:nvSpPr>
          <p:cNvPr id="16" name="Subtitel2">
            <a:extLst>
              <a:ext uri="{FF2B5EF4-FFF2-40B4-BE49-F238E27FC236}">
                <a16:creationId xmlns:a16="http://schemas.microsoft.com/office/drawing/2014/main" id="{EF8F15DB-95DE-482E-B1C6-6A58C8FE8D1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40000" y="4390550"/>
            <a:ext cx="3312000" cy="586622"/>
          </a:xfrm>
        </p:spPr>
        <p:txBody>
          <a:bodyPr/>
          <a:lstStyle>
            <a:lvl1pPr marL="0" indent="0">
              <a:spcBef>
                <a:spcPct val="0"/>
              </a:spcBef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/>
              <a:t>Subtitel</a:t>
            </a:r>
          </a:p>
        </p:txBody>
      </p:sp>
      <p:sp>
        <p:nvSpPr>
          <p:cNvPr id="17" name="Subtitel3">
            <a:extLst>
              <a:ext uri="{FF2B5EF4-FFF2-40B4-BE49-F238E27FC236}">
                <a16:creationId xmlns:a16="http://schemas.microsoft.com/office/drawing/2014/main" id="{B9AAC2EC-C5DD-4E82-A6B1-336468AB67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68776" y="4390550"/>
            <a:ext cx="3312000" cy="586622"/>
          </a:xfrm>
        </p:spPr>
        <p:txBody>
          <a:bodyPr/>
          <a:lstStyle>
            <a:lvl1pPr marL="0" indent="0">
              <a:spcBef>
                <a:spcPct val="0"/>
              </a:spcBef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/>
              <a:t>Subtitel</a:t>
            </a:r>
          </a:p>
        </p:txBody>
      </p:sp>
      <p:sp>
        <p:nvSpPr>
          <p:cNvPr id="20" name="Test">
            <a:extLst>
              <a:ext uri="{FF2B5EF4-FFF2-40B4-BE49-F238E27FC236}">
                <a16:creationId xmlns:a16="http://schemas.microsoft.com/office/drawing/2014/main" id="{8A31AC91-C9FA-2F9B-5479-E33511FFF1A8}"/>
              </a:ext>
            </a:extLst>
          </p:cNvPr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910800" y="6382800"/>
            <a:ext cx="2743200" cy="25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marL="0" marR="0" indent="0" algn="l" rtl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200" kern="1200">
                <a:solidFill>
                  <a:schemeClr val="tx1"/>
                </a:solidFill>
                <a:latin typeface="Verdana"/>
                <a:ea typeface="+mn-ea"/>
                <a:cs typeface="+mn-cs"/>
              </a:rPr>
              <a:t>9 januari 2025</a:t>
            </a:r>
          </a:p>
        </p:txBody>
      </p:sp>
      <p:pic>
        <p:nvPicPr>
          <p:cNvPr id="14" name="Test">
            <a:extLst>
              <a:ext uri="{FF2B5EF4-FFF2-40B4-BE49-F238E27FC236}">
                <a16:creationId xmlns:a16="http://schemas.microsoft.com/office/drawing/2014/main" id="{C8189F6C-FE74-E618-B0E3-FD8A2D74F7FF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4772" y="5722215"/>
            <a:ext cx="6019800" cy="121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1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st">
            <a:extLst>
              <a:ext uri="{FF2B5EF4-FFF2-40B4-BE49-F238E27FC236}">
                <a16:creationId xmlns:a16="http://schemas.microsoft.com/office/drawing/2014/main" id="{68F83360-496D-4981-8AFA-91979A468213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50001" y="620688"/>
            <a:ext cx="7950256" cy="1701143"/>
          </a:xfrm>
        </p:spPr>
        <p:txBody>
          <a:bodyPr anchor="b">
            <a:normAutofit fontScale="90000"/>
          </a:bodyPr>
          <a:lstStyle>
            <a:lvl1pPr algn="l">
              <a:defRPr sz="5400"/>
            </a:lvl1pPr>
          </a:lstStyle>
          <a:p>
            <a:pPr marL="0" marR="0" indent="0" algn="l" rtl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5400" b="1" kern="1200">
                <a:solidFill>
                  <a:schemeClr val="accent1"/>
                </a:solidFill>
                <a:latin typeface="Verdana"/>
                <a:ea typeface="+mj-ea"/>
                <a:cs typeface="+mj-cs"/>
              </a:rPr>
              <a:t>Moderne Werkplek - Introductie van het programma</a:t>
            </a:r>
          </a:p>
        </p:txBody>
      </p:sp>
      <p:sp>
        <p:nvSpPr>
          <p:cNvPr id="3" name="Test">
            <a:extLst>
              <a:ext uri="{FF2B5EF4-FFF2-40B4-BE49-F238E27FC236}">
                <a16:creationId xmlns:a16="http://schemas.microsoft.com/office/drawing/2014/main" id="{2F288D5E-864E-4E8F-933B-7F3FD173FED8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450001" y="2421310"/>
            <a:ext cx="7950256" cy="647650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indent="0" algn="l" rtl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800" b="1" kern="1200">
                <a:solidFill>
                  <a:schemeClr val="accent1"/>
                </a:solidFill>
                <a:latin typeface="Verdana"/>
                <a:ea typeface="+mn-ea"/>
                <a:cs typeface="+mn-cs"/>
              </a:rPr>
              <a:t xml:space="preserve"> </a:t>
            </a: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57D3A518-1330-463D-8829-3E2543CFF6EB}"/>
              </a:ext>
            </a:extLst>
          </p:cNvPr>
          <p:cNvSpPr/>
          <p:nvPr userDrawn="1"/>
        </p:nvSpPr>
        <p:spPr>
          <a:xfrm>
            <a:off x="442913" y="5734050"/>
            <a:ext cx="11749087" cy="1123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A12451A8-BB27-4796-86AD-0AEC63F9B5FA}"/>
              </a:ext>
            </a:extLst>
          </p:cNvPr>
          <p:cNvSpPr/>
          <p:nvPr userDrawn="1"/>
        </p:nvSpPr>
        <p:spPr>
          <a:xfrm>
            <a:off x="11742000" y="5285524"/>
            <a:ext cx="450000" cy="45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st"/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428400" y="3780000"/>
            <a:ext cx="5400000" cy="288000"/>
          </a:xfrm>
          <a:noFill/>
        </p:spPr>
        <p:txBody>
          <a:bodyPr/>
          <a:lstStyle>
            <a:lvl1pPr marL="0" indent="0">
              <a:buFontTx/>
              <a:buNone/>
              <a:defRPr lang="nl-NL" smtClean="0"/>
            </a:lvl1pPr>
            <a:lvl2pPr marL="358775" indent="0">
              <a:buFontTx/>
              <a:buNone/>
              <a:defRPr lang="nl-NL" smtClean="0"/>
            </a:lvl2pPr>
            <a:lvl3pPr>
              <a:buFontTx/>
              <a:buNone/>
              <a:defRPr lang="nl-NL" smtClean="0"/>
            </a:lvl3pPr>
            <a:lvl4pPr>
              <a:buFontTx/>
              <a:buNone/>
              <a:defRPr lang="nl-NL" smtClean="0"/>
            </a:lvl4pPr>
            <a:lvl5pPr marL="0" indent="0">
              <a:buFontTx/>
              <a:buNone/>
              <a:defRPr lang="nl-NL"/>
            </a:lvl5pPr>
          </a:lstStyle>
          <a:p>
            <a:pPr marL="0" marR="0" indent="0" algn="l" rtl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800" kern="1200">
                <a:solidFill>
                  <a:schemeClr val="tx1"/>
                </a:solidFill>
                <a:latin typeface="Verdana"/>
                <a:ea typeface="+mn-ea"/>
                <a:cs typeface="+mn-cs"/>
              </a:rPr>
              <a:t>18 februari 2025</a:t>
            </a:r>
          </a:p>
        </p:txBody>
      </p:sp>
      <p:sp>
        <p:nvSpPr>
          <p:cNvPr id="11" name="Test"/>
          <p:cNvSpPr>
            <a:spLocks noGrp="1"/>
          </p:cNvSpPr>
          <p:nvPr>
            <p:ph type="body" sz="quarter" idx="11" hasCustomPrompt="1"/>
            <p:custDataLst>
              <p:tags r:id="rId4"/>
            </p:custDataLst>
          </p:nvPr>
        </p:nvSpPr>
        <p:spPr>
          <a:xfrm>
            <a:off x="428400" y="4078800"/>
            <a:ext cx="5400000" cy="288000"/>
          </a:xfrm>
          <a:noFill/>
        </p:spPr>
        <p:txBody>
          <a:bodyPr/>
          <a:lstStyle>
            <a:lvl1pPr marL="0" indent="0">
              <a:buFontTx/>
              <a:buNone/>
              <a:defRPr lang="nl-NL" smtClean="0"/>
            </a:lvl1pPr>
            <a:lvl2pPr marL="358775" indent="0">
              <a:buFontTx/>
              <a:buNone/>
              <a:defRPr lang="nl-NL" smtClean="0"/>
            </a:lvl2pPr>
            <a:lvl3pPr>
              <a:buFontTx/>
              <a:buNone/>
              <a:defRPr lang="nl-NL" smtClean="0"/>
            </a:lvl3pPr>
            <a:lvl4pPr>
              <a:buFontTx/>
              <a:buNone/>
              <a:defRPr lang="nl-NL" smtClean="0"/>
            </a:lvl4pPr>
            <a:lvl5pPr marL="0" indent="0">
              <a:buFontTx/>
              <a:buNone/>
              <a:defRPr lang="nl-NL"/>
            </a:lvl5pPr>
          </a:lstStyle>
          <a:p>
            <a:pPr marL="0" marR="0" indent="0" algn="l" rtl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800" kern="1200">
                <a:solidFill>
                  <a:schemeClr val="tx1"/>
                </a:solidFill>
                <a:latin typeface="Verdana"/>
                <a:ea typeface="+mn-ea"/>
                <a:cs typeface="+mn-cs"/>
              </a:rPr>
              <a:t xml:space="preserve"> </a:t>
            </a:r>
          </a:p>
        </p:txBody>
      </p:sp>
      <p:pic>
        <p:nvPicPr>
          <p:cNvPr id="6" name="Test">
            <a:extLst>
              <a:ext uri="{FF2B5EF4-FFF2-40B4-BE49-F238E27FC236}">
                <a16:creationId xmlns:a16="http://schemas.microsoft.com/office/drawing/2014/main" id="{D56DD927-E2B9-E46D-489C-3BC1ED66F696}"/>
              </a:ext>
            </a:extLst>
          </p:cNvPr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756" y="5697252"/>
            <a:ext cx="8191500" cy="165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788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?>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ags" Target="../tags/tag7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ags" Target="../tags/tag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32184210-7EC4-8C17-F2A2-0136E53D5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442B66F-6DA0-4A04-C0B8-3BB8EEC2F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E8416C0-947E-F7C1-D36A-284C0ACF76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EC9C66-3265-4D4E-8A18-C4455380A5C2}" type="datetimeFigureOut">
              <a:rPr lang="nl-NL" smtClean="0"/>
              <a:t>11-2-2026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90EAE63-683A-1F6C-6EAF-2957D6A280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4205170-66F9-FE6F-0FD5-34CA8F207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454412-49B6-4C8D-A527-C43AFA9AB277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A1ABBA92-833E-A84B-4AD4-906412F7EA2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245100" y="6642100"/>
            <a:ext cx="17272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nl-NL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Classificatieniveau TLP:GREEN</a:t>
            </a:r>
          </a:p>
        </p:txBody>
      </p:sp>
    </p:spTree>
    <p:extLst>
      <p:ext uri="{BB962C8B-B14F-4D97-AF65-F5344CB8AC3E}">
        <p14:creationId xmlns:p14="http://schemas.microsoft.com/office/powerpoint/2010/main" val="1592894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3B2E3C32-D2EC-4EED-82AA-C3AB9F29C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00" y="360000"/>
            <a:ext cx="10910887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057B009-2164-427A-8406-D718B58FF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1225" y="1700808"/>
            <a:ext cx="10431350" cy="35643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  <a:p>
            <a:pPr lvl="5"/>
            <a:r>
              <a:rPr lang="nl-NL"/>
              <a:t>Zesde niveau</a:t>
            </a:r>
          </a:p>
          <a:p>
            <a:pPr lvl="6"/>
            <a:r>
              <a:rPr lang="nl-NL"/>
              <a:t>Zevende niveau</a:t>
            </a:r>
          </a:p>
          <a:p>
            <a:pPr lvl="7"/>
            <a:r>
              <a:rPr lang="nl-NL"/>
              <a:t>Achtste niveau</a:t>
            </a:r>
          </a:p>
          <a:p>
            <a:pPr lvl="8"/>
            <a:r>
              <a:rPr lang="nl-NL"/>
              <a:t>Negende niveau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CA0F3AA-470A-4FEA-B843-2980C42D57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225" y="6165304"/>
            <a:ext cx="2021904" cy="25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AF607990-BC80-4CBA-B3C2-46553D0BE98C}" type="slidenum">
              <a:rPr lang="nl-NL" smtClean="0"/>
              <a:t>‹nr.›</a:t>
            </a:fld>
            <a:endParaRPr lang="nl-NL"/>
          </a:p>
        </p:txBody>
      </p:sp>
      <p:pic>
        <p:nvPicPr>
          <p:cNvPr id="9" name="Test">
            <a:extLst>
              <a:ext uri="{FF2B5EF4-FFF2-40B4-BE49-F238E27FC236}">
                <a16:creationId xmlns:a16="http://schemas.microsoft.com/office/drawing/2014/main" id="{C8189F6C-FE74-E618-B0E3-FD8A2D74F7FF}"/>
              </a:ext>
            </a:extLst>
          </p:cNvPr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144" y="5722215"/>
            <a:ext cx="6019800" cy="1213165"/>
          </a:xfrm>
          <a:prstGeom prst="rect">
            <a:avLst/>
          </a:prstGeom>
        </p:spPr>
      </p:pic>
      <p:sp>
        <p:nvSpPr>
          <p:cNvPr id="7" name="Test">
            <a:extLst>
              <a:ext uri="{FF2B5EF4-FFF2-40B4-BE49-F238E27FC236}">
                <a16:creationId xmlns:a16="http://schemas.microsoft.com/office/drawing/2014/main" id="{6CCD5EF0-02F9-6C7B-F310-632102733598}"/>
              </a:ext>
            </a:extLst>
          </p:cNvPr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910800" y="6382800"/>
            <a:ext cx="2743200" cy="25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marL="0" marR="0" indent="0" algn="l" rtl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200" kern="1200">
                <a:solidFill>
                  <a:schemeClr val="tx1"/>
                </a:solidFill>
                <a:latin typeface="Verdana"/>
                <a:ea typeface="+mn-ea"/>
                <a:cs typeface="+mn-cs"/>
              </a:rPr>
              <a:t>9 januari 2025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C7D8C800-27AF-93D5-6CD8-6727478C011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326063" y="6642100"/>
            <a:ext cx="15684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nl-NL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Classificatieniveau TLP:GREEN</a:t>
            </a:r>
          </a:p>
        </p:txBody>
      </p:sp>
    </p:spTree>
    <p:extLst>
      <p:ext uri="{BB962C8B-B14F-4D97-AF65-F5344CB8AC3E}">
        <p14:creationId xmlns:p14="http://schemas.microsoft.com/office/powerpoint/2010/main" val="1274183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58775" indent="-358775" algn="l" defTabSz="914400" rtl="0" eaLnBrk="1" latinLnBrk="0" hangingPunct="1">
        <a:lnSpc>
          <a:spcPct val="110000"/>
        </a:lnSpc>
        <a:spcBef>
          <a:spcPts val="1000"/>
        </a:spcBef>
        <a:buFont typeface="Symbol" panose="05050102010706020507" pitchFamily="18" charset="2"/>
        <a:buChar char="·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19138" indent="-360363" algn="l" defTabSz="914400" rtl="0" eaLnBrk="1" latinLnBrk="0" hangingPunct="1">
        <a:lnSpc>
          <a:spcPct val="110000"/>
        </a:lnSpc>
        <a:spcBef>
          <a:spcPts val="500"/>
        </a:spcBef>
        <a:buFont typeface="Verdana" panose="020B060403050404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1800"/>
        </a:spcBef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4pPr>
      <a:lvl5pPr marL="358775" indent="-358775" algn="l" defTabSz="914400" rtl="0" eaLnBrk="1" latinLnBrk="0" hangingPunct="1">
        <a:lnSpc>
          <a:spcPct val="110000"/>
        </a:lnSpc>
        <a:spcBef>
          <a:spcPts val="1000"/>
        </a:spcBef>
        <a:buFont typeface="+mj-lt"/>
        <a:buAutoNum type="arabicPeriod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719138" indent="-360363" algn="l" defTabSz="914400" rtl="0" eaLnBrk="1" latinLnBrk="0" hangingPunct="1">
        <a:lnSpc>
          <a:spcPct val="110000"/>
        </a:lnSpc>
        <a:spcBef>
          <a:spcPts val="500"/>
        </a:spcBef>
        <a:buFont typeface="+mj-lt"/>
        <a:buAutoNum type="alphaLcParenR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077913" indent="-358775" algn="l" defTabSz="914400" rtl="0" eaLnBrk="1" latinLnBrk="0" hangingPunct="1">
        <a:lnSpc>
          <a:spcPct val="110000"/>
        </a:lnSpc>
        <a:spcBef>
          <a:spcPts val="500"/>
        </a:spcBef>
        <a:buFont typeface="+mj-lt"/>
        <a:buAutoNum type="romanL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10000"/>
        </a:lnSpc>
        <a:spcBef>
          <a:spcPts val="1800"/>
        </a:spcBef>
        <a:buFont typeface="Symbol" panose="05050102010706020507" pitchFamily="18" charset="2"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360363" indent="-360363" algn="l" defTabSz="914400" rtl="0" eaLnBrk="1" latinLnBrk="0" hangingPunct="1">
        <a:lnSpc>
          <a:spcPct val="110000"/>
        </a:lnSpc>
        <a:spcBef>
          <a:spcPts val="1000"/>
        </a:spcBef>
        <a:buFont typeface="Symbol" panose="05050102010706020507" pitchFamily="18" charset="2"/>
        <a:buChar char="·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9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574">
          <p15:clr>
            <a:srgbClr val="F26B43"/>
          </p15:clr>
        </p15:guide>
        <p15:guide id="4" orient="horz" pos="3612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4.xml"/><Relationship Id="rId4" Type="http://schemas.openxmlformats.org/officeDocument/2006/relationships/tags" Target="../tags/tag39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0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Relationship Id="rId7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93FF5-C0B4-6B83-E259-1CB7B39E6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st">
            <a:extLst>
              <a:ext uri="{FF2B5EF4-FFF2-40B4-BE49-F238E27FC236}">
                <a16:creationId xmlns:a16="http://schemas.microsoft.com/office/drawing/2014/main" id="{E9AB201D-FBCE-3A52-08D8-756E14CE0B25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40936" y="1018967"/>
            <a:ext cx="11622664" cy="2989942"/>
          </a:xfrm>
        </p:spPr>
        <p:txBody>
          <a:bodyPr>
            <a:normAutofit fontScale="90000"/>
          </a:bodyPr>
          <a:lstStyle/>
          <a:p>
            <a:pPr>
              <a:spcAft>
                <a:spcPct val="0"/>
              </a:spcAft>
            </a:pPr>
            <a:r>
              <a:rPr lang="nl-NL" sz="4900" dirty="0">
                <a:latin typeface="TBI Sans" pitchFamily="2" charset="77"/>
              </a:rPr>
              <a:t xml:space="preserve">TDI 500 </a:t>
            </a:r>
            <a:r>
              <a:rPr lang="nl-NL" sz="4900" dirty="0">
                <a:latin typeface="TBI Sans"/>
              </a:rPr>
              <a:t>KPI Dashboard</a:t>
            </a:r>
            <a:br>
              <a:rPr lang="nl-NL" sz="4400" dirty="0">
                <a:latin typeface="TBI Sans" pitchFamily="2" charset="77"/>
              </a:rPr>
            </a:br>
            <a:r>
              <a:rPr lang="nl-NL" sz="3000" b="0" dirty="0"/>
              <a:t>Een Proof of Concept-dashboard dat prestatiedata van warmtepompen koppelt aan woningcontingenten</a:t>
            </a:r>
            <a:br>
              <a:rPr lang="nl-NL" sz="2700" b="0" dirty="0"/>
            </a:br>
            <a:br>
              <a:rPr lang="nl-NL" sz="2700" b="0" dirty="0"/>
            </a:br>
            <a:br>
              <a:rPr lang="nl-NL" sz="2700" b="0" dirty="0"/>
            </a:br>
            <a:br>
              <a:rPr lang="nl-NL" sz="2700" b="0" dirty="0"/>
            </a:br>
            <a:endParaRPr lang="nl-NL" sz="4800" dirty="0">
              <a:latin typeface="TBI Sans" pitchFamily="2" charset="77"/>
            </a:endParaRPr>
          </a:p>
        </p:txBody>
      </p:sp>
      <p:sp>
        <p:nvSpPr>
          <p:cNvPr id="11" name="Test">
            <a:extLst>
              <a:ext uri="{FF2B5EF4-FFF2-40B4-BE49-F238E27FC236}">
                <a16:creationId xmlns:a16="http://schemas.microsoft.com/office/drawing/2014/main" id="{31C5B63D-8F91-F6C5-4EEF-905F5B325662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marR="0" indent="0" algn="l" rtl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800" b="1" kern="1200" dirty="0">
                <a:solidFill>
                  <a:schemeClr val="accent1"/>
                </a:solidFill>
                <a:latin typeface="Verdana"/>
                <a:ea typeface="+mn-ea"/>
                <a:cs typeface="+mn-cs"/>
              </a:rPr>
              <a:t xml:space="preserve"> </a:t>
            </a:r>
          </a:p>
        </p:txBody>
      </p:sp>
      <p:sp>
        <p:nvSpPr>
          <p:cNvPr id="12" name="Test">
            <a:extLst>
              <a:ext uri="{FF2B5EF4-FFF2-40B4-BE49-F238E27FC236}">
                <a16:creationId xmlns:a16="http://schemas.microsoft.com/office/drawing/2014/main" id="{E5699215-CA8F-4B82-7BEB-4CF4BB07CF48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3"/>
            </p:custDataLst>
          </p:nvPr>
        </p:nvSpPr>
        <p:spPr/>
        <p:txBody>
          <a:bodyPr/>
          <a:lstStyle/>
          <a:p>
            <a:pPr marL="0" marR="0" indent="0" algn="l" rtl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800" kern="1200" dirty="0">
                <a:solidFill>
                  <a:schemeClr val="tx1"/>
                </a:solidFill>
                <a:latin typeface="Verdana"/>
                <a:ea typeface="+mn-ea"/>
                <a:cs typeface="+mn-cs"/>
              </a:rPr>
              <a:t>Proeve van Bekwaamheid • Maart 2026</a:t>
            </a:r>
          </a:p>
        </p:txBody>
      </p:sp>
      <p:sp>
        <p:nvSpPr>
          <p:cNvPr id="13" name="Test">
            <a:extLst>
              <a:ext uri="{FF2B5EF4-FFF2-40B4-BE49-F238E27FC236}">
                <a16:creationId xmlns:a16="http://schemas.microsoft.com/office/drawing/2014/main" id="{F7A3E7B7-18EB-CACD-8742-34F3ADA327F5}"/>
              </a:ext>
            </a:extLst>
          </p:cNvPr>
          <p:cNvSpPr>
            <a:spLocks noGrp="1"/>
          </p:cNvSpPr>
          <p:nvPr>
            <p:ph type="body" sz="quarter" idx="11"/>
            <p:custDataLst>
              <p:tags r:id="rId4"/>
            </p:custDataLst>
          </p:nvPr>
        </p:nvSpPr>
        <p:spPr/>
        <p:txBody>
          <a:bodyPr/>
          <a:lstStyle/>
          <a:p>
            <a:pPr marL="0" marR="0" indent="0" algn="l" rtl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800" kern="1200" dirty="0">
                <a:solidFill>
                  <a:schemeClr val="tx1"/>
                </a:solidFill>
                <a:latin typeface="Verdana"/>
                <a:ea typeface="+mn-ea"/>
                <a:cs typeface="+mn-cs"/>
              </a:rPr>
              <a:t xml:space="preserve"> </a:t>
            </a: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A34AFB2F-1F68-3CC6-AD1B-1E4F7205D10C}"/>
              </a:ext>
            </a:extLst>
          </p:cNvPr>
          <p:cNvSpPr txBox="1"/>
          <p:nvPr/>
        </p:nvSpPr>
        <p:spPr>
          <a:xfrm>
            <a:off x="329159" y="4436691"/>
            <a:ext cx="4392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 xml:space="preserve">Destiny Tiyjudy </a:t>
            </a:r>
            <a:r>
              <a:rPr lang="nl-NL" dirty="0">
                <a:latin typeface="+mj-lt"/>
              </a:rPr>
              <a:t xml:space="preserve">| 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9015646 • PALVSOD3B • TBI SSC ICT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7849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41F99-3A88-F29C-BC60-5665FD0DD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7A5B5EAD-FDBA-A309-894F-7F9520555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00" y="360000"/>
            <a:ext cx="4996367" cy="1080000"/>
          </a:xfrm>
        </p:spPr>
        <p:txBody>
          <a:bodyPr anchor="t">
            <a:normAutofit/>
          </a:bodyPr>
          <a:lstStyle/>
          <a:p>
            <a:r>
              <a:rPr lang="nl-NL" dirty="0"/>
              <a:t>Agenda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D8CF7D5-68D2-E1B5-9FA6-D1BD48E322F4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11225" y="1699199"/>
            <a:ext cx="4535142" cy="35640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l-NL" sz="1400" b="1"/>
          </a:p>
          <a:p>
            <a:pPr>
              <a:lnSpc>
                <a:spcPct val="100000"/>
              </a:lnSpc>
            </a:pPr>
            <a:r>
              <a:rPr lang="nl-NL" sz="1400" b="1"/>
              <a:t>Context &amp; doel</a:t>
            </a:r>
          </a:p>
          <a:p>
            <a:pPr>
              <a:lnSpc>
                <a:spcPct val="100000"/>
              </a:lnSpc>
            </a:pPr>
            <a:r>
              <a:rPr lang="nl-NL" sz="1400" b="1"/>
              <a:t>Architectuur &amp; datastroom</a:t>
            </a:r>
          </a:p>
          <a:p>
            <a:pPr>
              <a:lnSpc>
                <a:spcPct val="100000"/>
              </a:lnSpc>
            </a:pPr>
            <a:r>
              <a:rPr lang="nl-NL" sz="1400" b="1"/>
              <a:t xml:space="preserve">Live demo </a:t>
            </a:r>
            <a:r>
              <a:rPr lang="nl-NL" sz="1400" b="1" err="1"/>
              <a:t>— het dashboard</a:t>
            </a:r>
            <a:endParaRPr lang="nl-NL" sz="1400" b="1"/>
          </a:p>
          <a:p>
            <a:pPr lvl="1">
              <a:lnSpc>
                <a:spcPct val="100000"/>
              </a:lnSpc>
            </a:pPr>
            <a:r>
              <a:rPr lang="nl-NL" sz="1400" b="1"/>
              <a:t>Overzicht: profiel-selector, KPI’s, grafieken</a:t>
            </a:r>
          </a:p>
          <a:p>
            <a:pPr lvl="1">
              <a:lnSpc>
                <a:spcPct val="100000"/>
              </a:lnSpc>
            </a:pPr>
            <a:r>
              <a:rPr lang="nl-NL" sz="1400" b="1"/>
              <a:t xml:space="preserve">Installatieadvies </a:t>
            </a:r>
            <a:r>
              <a:rPr lang="nl-NL" sz="1400" b="1" err="1"/>
              <a:t>reageert live</a:t>
            </a:r>
            <a:endParaRPr lang="nl-NL" sz="1400" b="1"/>
          </a:p>
          <a:p>
            <a:pPr lvl="1">
              <a:lnSpc>
                <a:spcPct val="100000"/>
              </a:lnSpc>
            </a:pPr>
            <a:r>
              <a:rPr lang="nl-NL" sz="1400" b="1"/>
              <a:t>Detail, rollen &amp; responsive</a:t>
            </a:r>
          </a:p>
          <a:p>
            <a:pPr marL="358775" lvl="1" indent="0">
              <a:lnSpc>
                <a:spcPct val="100000"/>
              </a:lnSpc>
              <a:buNone/>
            </a:pPr>
            <a:endParaRPr lang="nl-NL" sz="1400" b="1"/>
          </a:p>
          <a:p>
            <a:pPr marL="284162" indent="-285750">
              <a:lnSpc>
                <a:spcPct val="100000"/>
              </a:lnSpc>
            </a:pPr>
            <a:r>
              <a:rPr lang="nl-NL" sz="1400" b="1"/>
              <a:t>Testen, verbetervoorstellen &amp; reflectie</a:t>
            </a:r>
          </a:p>
          <a:p>
            <a:pPr marL="284162" indent="-285750">
              <a:lnSpc>
                <a:spcPct val="100000"/>
              </a:lnSpc>
            </a:pPr>
            <a:r>
              <a:rPr lang="nl-NL" sz="1400" b="1"/>
              <a:t>Vragen &amp; demo</a:t>
            </a:r>
          </a:p>
          <a:p>
            <a:pPr marL="358775" lvl="1" indent="0">
              <a:lnSpc>
                <a:spcPct val="100000"/>
              </a:lnSpc>
              <a:buNone/>
            </a:pPr>
            <a:endParaRPr lang="nl-NL" sz="1400" b="1"/>
          </a:p>
          <a:p>
            <a:pPr>
              <a:lnSpc>
                <a:spcPct val="100000"/>
              </a:lnSpc>
            </a:pPr>
            <a:endParaRPr lang="nl-NL" sz="1400"/>
          </a:p>
        </p:txBody>
      </p:sp>
      <p:pic>
        <p:nvPicPr>
          <p:cNvPr id="9" name="Tijdelijke aanduiding voor afbeelding 8" descr="Afbeelding met logo, Lettertype, tekst, Graphics  Door AI gegenereerde inhoud is mogelijk onjuist.">
            <a:extLst>
              <a:ext uri="{FF2B5EF4-FFF2-40B4-BE49-F238E27FC236}">
                <a16:creationId xmlns:a16="http://schemas.microsoft.com/office/drawing/2014/main" id="{FEF50258-9EE3-F759-2C3A-C1C9F8809C7E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27" t="-67436" b="-63101"/>
          <a:stretch>
            <a:fillRect/>
          </a:stretch>
        </p:blipFill>
        <p:spPr>
          <a:xfrm>
            <a:off x="5663123" y="440696"/>
            <a:ext cx="5617651" cy="5072996"/>
          </a:xfrm>
        </p:spPr>
      </p:pic>
    </p:spTree>
    <p:extLst>
      <p:ext uri="{BB962C8B-B14F-4D97-AF65-F5344CB8AC3E}">
        <p14:creationId xmlns:p14="http://schemas.microsoft.com/office/powerpoint/2010/main" val="3990030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kstvak 7">
            <a:extLst>
              <a:ext uri="{FF2B5EF4-FFF2-40B4-BE49-F238E27FC236}">
                <a16:creationId xmlns:a16="http://schemas.microsoft.com/office/drawing/2014/main" id="{F1B3411C-AF61-04E8-C020-1CB8AF49456C}"/>
              </a:ext>
            </a:extLst>
          </p:cNvPr>
          <p:cNvSpPr txBox="1"/>
          <p:nvPr/>
        </p:nvSpPr>
        <p:spPr>
          <a:xfrm>
            <a:off x="3382817" y="188988"/>
            <a:ext cx="48665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3200" b="1" dirty="0">
                <a:solidFill>
                  <a:schemeClr val="accent1"/>
                </a:solidFill>
                <a:latin typeface="+mj-lt"/>
              </a:rPr>
              <a:t>Context &amp; doel</a:t>
            </a:r>
            <a:endParaRPr lang="nl-NL" sz="3200" dirty="0">
              <a:solidFill>
                <a:schemeClr val="accent1"/>
              </a:solidFill>
              <a:latin typeface="+mj-lt"/>
            </a:endParaRPr>
          </a:p>
        </p:txBody>
      </p:sp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5303D00B-4FBA-A1E3-41F0-F83408843E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1347956"/>
              </p:ext>
            </p:extLst>
          </p:nvPr>
        </p:nvGraphicFramePr>
        <p:xfrm>
          <a:off x="2106643" y="1172900"/>
          <a:ext cx="875419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52950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1B5309-EFCE-D215-3E28-476750CBF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00" y="360000"/>
            <a:ext cx="10910887" cy="1080000"/>
          </a:xfrm>
        </p:spPr>
        <p:txBody>
          <a:bodyPr anchor="t">
            <a:normAutofit/>
          </a:bodyPr>
          <a:lstStyle/>
          <a:p>
            <a:r>
              <a:rPr lang="nl-NL" dirty="0"/>
              <a:t>Van SPARQL naar advies</a:t>
            </a:r>
          </a:p>
        </p:txBody>
      </p:sp>
      <p:graphicFrame>
        <p:nvGraphicFramePr>
          <p:cNvPr id="7" name="Tijdelijke aanduiding voor tekst 2">
            <a:extLst>
              <a:ext uri="{FF2B5EF4-FFF2-40B4-BE49-F238E27FC236}">
                <a16:creationId xmlns:a16="http://schemas.microsoft.com/office/drawing/2014/main" id="{015CD297-6793-7AF2-C9EA-F49BAB3D32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4159230"/>
              </p:ext>
            </p:extLst>
          </p:nvPr>
        </p:nvGraphicFramePr>
        <p:xfrm>
          <a:off x="911225" y="1700808"/>
          <a:ext cx="10431350" cy="35643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38862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B9B727-868D-19B3-AE56-FDB193470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00" y="360000"/>
            <a:ext cx="10910887" cy="1080000"/>
          </a:xfrm>
        </p:spPr>
        <p:txBody>
          <a:bodyPr anchor="t">
            <a:normAutofit/>
          </a:bodyPr>
          <a:lstStyle/>
          <a:p>
            <a:r>
              <a:rPr lang="nl-NL" dirty="0"/>
              <a:t>Live demo — in drie delen</a:t>
            </a:r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835EB8FF-2F92-D434-E441-104190F1C5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2448341"/>
              </p:ext>
            </p:extLst>
          </p:nvPr>
        </p:nvGraphicFramePr>
        <p:xfrm>
          <a:off x="911225" y="1700808"/>
          <a:ext cx="10431350" cy="35643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3094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9D45B4-8827-6571-065F-3D47756C5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00" y="360000"/>
            <a:ext cx="10910887" cy="1080000"/>
          </a:xfrm>
        </p:spPr>
        <p:txBody>
          <a:bodyPr anchor="t">
            <a:normAutofit/>
          </a:bodyPr>
          <a:lstStyle/>
          <a:p>
            <a:r>
              <a:rPr lang="nl-NL" dirty="0"/>
              <a:t>Demo — deel 1: het overzicht</a:t>
            </a:r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180C6D32-0268-6759-4D05-BC0967F985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232181"/>
              </p:ext>
            </p:extLst>
          </p:nvPr>
        </p:nvGraphicFramePr>
        <p:xfrm>
          <a:off x="911225" y="1700808"/>
          <a:ext cx="10431350" cy="35643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55252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AB4431-E975-F126-1F41-0A209570E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00" y="360000"/>
            <a:ext cx="10910887" cy="1080000"/>
          </a:xfrm>
        </p:spPr>
        <p:txBody>
          <a:bodyPr anchor="t">
            <a:normAutofit/>
          </a:bodyPr>
          <a:lstStyle/>
          <a:p>
            <a:r>
              <a:rPr lang="en-US" dirty="0"/>
              <a:t>Demo — deel 2: het advies reageert live</a:t>
            </a:r>
            <a:endParaRPr lang="nl-NL" dirty="0"/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FA069FC8-2730-30EA-E929-AA3F9D6D30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9459786"/>
              </p:ext>
            </p:extLst>
          </p:nvPr>
        </p:nvGraphicFramePr>
        <p:xfrm>
          <a:off x="911225" y="1700808"/>
          <a:ext cx="10431350" cy="35643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61811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5D0114-B685-F344-E674-94E4A0E9D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00" y="360000"/>
            <a:ext cx="10910887" cy="1080000"/>
          </a:xfrm>
        </p:spPr>
        <p:txBody>
          <a:bodyPr anchor="t">
            <a:normAutofit/>
          </a:bodyPr>
          <a:lstStyle/>
          <a:p>
            <a:r>
              <a:rPr lang="en-US" dirty="0"/>
              <a:t>Demo — deel 3: diepte, rollen &amp; de KPI’s</a:t>
            </a:r>
            <a:endParaRPr lang="nl-NL" dirty="0"/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ACA9E8A2-675C-85CA-BCC5-33CEE8CD5E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8537855"/>
              </p:ext>
            </p:extLst>
          </p:nvPr>
        </p:nvGraphicFramePr>
        <p:xfrm>
          <a:off x="911225" y="1700808"/>
          <a:ext cx="10431350" cy="35643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85509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3B8A11-2C3F-8BE5-C618-850098539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Testen — drie lagen, eerlijk gemeten</a:t>
            </a:r>
          </a:p>
        </p:txBody>
      </p:sp>
      <p:graphicFrame>
        <p:nvGraphicFramePr>
          <p:cNvPr id="7" name="Tijdelijke aanduiding voor inhoud 6">
            <a:extLst>
              <a:ext uri="{FF2B5EF4-FFF2-40B4-BE49-F238E27FC236}">
                <a16:creationId xmlns:a16="http://schemas.microsoft.com/office/drawing/2014/main" id="{16374A5D-5947-6852-741D-026E8D547A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5707725"/>
              </p:ext>
            </p:extLst>
          </p:nvPr>
        </p:nvGraphicFramePr>
        <p:xfrm>
          <a:off x="911225" y="1700213"/>
          <a:ext cx="10431460" cy="395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7865">
                  <a:extLst>
                    <a:ext uri="{9D8B030D-6E8A-4147-A177-3AD203B41FA5}">
                      <a16:colId xmlns:a16="http://schemas.microsoft.com/office/drawing/2014/main" val="644574083"/>
                    </a:ext>
                  </a:extLst>
                </a:gridCol>
                <a:gridCol w="2607865">
                  <a:extLst>
                    <a:ext uri="{9D8B030D-6E8A-4147-A177-3AD203B41FA5}">
                      <a16:colId xmlns:a16="http://schemas.microsoft.com/office/drawing/2014/main" val="3133603741"/>
                    </a:ext>
                  </a:extLst>
                </a:gridCol>
                <a:gridCol w="2607865">
                  <a:extLst>
                    <a:ext uri="{9D8B030D-6E8A-4147-A177-3AD203B41FA5}">
                      <a16:colId xmlns:a16="http://schemas.microsoft.com/office/drawing/2014/main" val="4052990015"/>
                    </a:ext>
                  </a:extLst>
                </a:gridCol>
                <a:gridCol w="2607865">
                  <a:extLst>
                    <a:ext uri="{9D8B030D-6E8A-4147-A177-3AD203B41FA5}">
                      <a16:colId xmlns:a16="http://schemas.microsoft.com/office/drawing/2014/main" val="1317543654"/>
                    </a:ext>
                  </a:extLst>
                </a:gridCol>
              </a:tblGrid>
              <a:tr h="790488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Laag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Aantal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Wat wordt getest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Dekking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7194020"/>
                  </a:ext>
                </a:extLst>
              </a:tr>
              <a:tr h="790488">
                <a:tc>
                  <a:txBody>
                    <a:bodyPr/>
                    <a:lstStyle/>
                    <a:p>
                      <a:r>
                        <a:rPr lang="nl-NL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Unit (Vitest)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229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Logica: mapping, KPI-aggregatie, decision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Services 96–100%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8136071"/>
                  </a:ext>
                </a:extLst>
              </a:tr>
              <a:tr h="790488">
                <a:tc>
                  <a:txBody>
                    <a:bodyPr/>
                    <a:lstStyle/>
                    <a:p>
                      <a:r>
                        <a:rPr lang="nl-NL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E2E (Playwright)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19 specs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UI + foutscenario's in echte browser (incl. 768px)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8 mock + 11 live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249063"/>
                  </a:ext>
                </a:extLst>
              </a:tr>
              <a:tr h="790488">
                <a:tc>
                  <a:txBody>
                    <a:bodyPr/>
                    <a:lstStyle/>
                    <a:p>
                      <a:r>
                        <a:rPr lang="nl-NL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Handmatig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Snel wisselen kruisprofiel (T4.3)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24/25 geautomatiseerd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135488"/>
                  </a:ext>
                </a:extLst>
              </a:tr>
              <a:tr h="790488">
                <a:tc>
                  <a:txBody>
                    <a:bodyPr/>
                    <a:lstStyle/>
                    <a:p>
                      <a:r>
                        <a:rPr lang="nl-NL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Sterk punt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Vinden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De tablet-bug: handmatig gevonden, opgelost, daarna met een test bewaakt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→ oplossen → bewaken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75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2493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CFE7CB-6C31-A684-7B0D-1A8C86B13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00" y="360000"/>
            <a:ext cx="10910887" cy="1080000"/>
          </a:xfrm>
        </p:spPr>
        <p:txBody>
          <a:bodyPr anchor="t">
            <a:normAutofit/>
          </a:bodyPr>
          <a:lstStyle/>
          <a:p>
            <a:r>
              <a:rPr lang="nl-NL" dirty="0"/>
              <a:t>Verbetervoorstellen &amp; reflectie</a:t>
            </a:r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130D2050-450E-7BEA-F5D5-296F81AC4A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8287441"/>
              </p:ext>
            </p:extLst>
          </p:nvPr>
        </p:nvGraphicFramePr>
        <p:xfrm>
          <a:off x="911225" y="1700808"/>
          <a:ext cx="10431350" cy="35643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0437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AE85C3-750A-27B0-CA7D-7F6199063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Bedankt — vragen?</a:t>
            </a:r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B8DEBEB-2BC9-D786-105B-9EE8B8E51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Van ruwe SPARQL-tripels naar een onderbouwd installatieadvies — per contingent.</a:t>
            </a:r>
          </a:p>
          <a:p>
            <a:r>
              <a:rPr lang="nl-NL" dirty="0"/>
              <a:t>Ik beantwoord graag vragen over de architectuur, de HCO/SAREF-mapping, de testaanpak of mijn keuzes.</a:t>
            </a:r>
          </a:p>
          <a:p>
            <a:r>
              <a:rPr lang="nl-NL" dirty="0"/>
              <a:t>github.com/Marvel-School/tdi500-kpi-dashboard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7471719"/>
      </p:ext>
    </p:extLst>
  </p:cSld>
  <p:clrMapOvr>
    <a:masterClrMapping/>
  </p:clrMapOvr>
  <p:extLst>
    <p:ext uri="{6950BFC3-D8DA-4A85-94F7-54DA5524770B}"/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Presentatietite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Ondertite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Datu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Auteur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Logo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Datu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Logo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Datu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Presentatietite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Ondertite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Datum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Auteurs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Logo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Datum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Datum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Logo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Datu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Logo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Datum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Logo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Datu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Logo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Datu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Logo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Datu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Logo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Datu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Logo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Datum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Logo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Presentatietite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Ondertite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Datu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Auteurs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Logo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Presentatietite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Ondertite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Datu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Auteurs"/>
</p:tagLst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BI">
  <a:themeElements>
    <a:clrScheme name="TBI-PPT">
      <a:dk1>
        <a:sysClr val="windowText" lastClr="000000"/>
      </a:dk1>
      <a:lt1>
        <a:sysClr val="window" lastClr="FFFFFF"/>
      </a:lt1>
      <a:dk2>
        <a:srgbClr val="404036"/>
      </a:dk2>
      <a:lt2>
        <a:srgbClr val="FFFFFF"/>
      </a:lt2>
      <a:accent1>
        <a:srgbClr val="630D80"/>
      </a:accent1>
      <a:accent2>
        <a:srgbClr val="C1E62E"/>
      </a:accent2>
      <a:accent3>
        <a:srgbClr val="1489CC"/>
      </a:accent3>
      <a:accent4>
        <a:srgbClr val="FFAE0D"/>
      </a:accent4>
      <a:accent5>
        <a:srgbClr val="26BDBD"/>
      </a:accent5>
      <a:accent6>
        <a:srgbClr val="F26457"/>
      </a:accent6>
      <a:hlink>
        <a:srgbClr val="404036"/>
      </a:hlink>
      <a:folHlink>
        <a:srgbClr val="404036"/>
      </a:folHlink>
    </a:clrScheme>
    <a:fontScheme name="Spaarne">
      <a:majorFont>
        <a:latin typeface="Verdana"/>
        <a:ea typeface="Verdana"/>
        <a:cs typeface="Arial"/>
      </a:majorFont>
      <a:minorFont>
        <a:latin typeface="Verdana"/>
        <a:ea typeface="Verdana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TBI blauw">
      <a:srgbClr val="1489CC"/>
    </a:custClr>
    <a:custClr name="TBI cyaan">
      <a:srgbClr val="2FB2EB"/>
    </a:custClr>
    <a:custClr name="TBI aqua">
      <a:srgbClr val="26BDBD"/>
    </a:custClr>
    <a:custClr name="TBI koudgrijs">
      <a:srgbClr val="768694"/>
    </a:custClr>
    <a:custClr name="TBI blauwgrijs">
      <a:srgbClr val="869EB3"/>
    </a:custClr>
    <a:custClr name="TBI warmgrijs">
      <a:srgbClr val="B3A69D"/>
    </a:custClr>
    <a:custClr name="TBI magenta">
      <a:srgbClr val="E070B2"/>
    </a:custClr>
    <a:custClr name="TBI rood">
      <a:srgbClr val="F26457"/>
    </a:custClr>
    <a:custClr name="TBI warmgeel">
      <a:srgbClr val="FFAE0D"/>
    </a:custClr>
    <a:custClr>
      <a:srgbClr val="FFFFFF"/>
    </a:custClr>
  </a:custClrLst>
  <a:extLst>
    <a:ext uri="{05A4C25C-085E-4340-85A3-A5531E510DB2}">
      <thm15:themeFamily xmlns:thm15="http://schemas.microsoft.com/office/thememl/2012/main" name="Presentatie1" id="{6B66C6F2-2050-4B42-AF15-9B6C68DE00EE}" vid="{92D55C61-CA02-4046-86C2-B4E4A878E0FB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AB683F714D34344B1D501E195D85D7B" ma:contentTypeVersion="25" ma:contentTypeDescription="Een nieuw document maken." ma:contentTypeScope="" ma:versionID="514dc816ae199416d7363253b8a4f113">
  <xsd:schema xmlns:xsd="http://www.w3.org/2001/XMLSchema" xmlns:xs="http://www.w3.org/2001/XMLSchema" xmlns:p="http://schemas.microsoft.com/office/2006/metadata/properties" xmlns:ns1="http://schemas.microsoft.com/sharepoint/v3" xmlns:ns2="1cee09f9-b2cd-4b78-a8f2-5e7d32e38957" xmlns:ns3="aed832a7-33dc-489a-b4be-e1afb522bc51" targetNamespace="http://schemas.microsoft.com/office/2006/metadata/properties" ma:root="true" ma:fieldsID="ed09843607e476c09d3cf1510aa49876" ns1:_="" ns2:_="" ns3:_="">
    <xsd:import namespace="http://schemas.microsoft.com/sharepoint/v3"/>
    <xsd:import namespace="1cee09f9-b2cd-4b78-a8f2-5e7d32e38957"/>
    <xsd:import namespace="aed832a7-33dc-489a-b4be-e1afb522bc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1:AverageRating" minOccurs="0"/>
                <xsd:element ref="ns1:RatingCount" minOccurs="0"/>
                <xsd:element ref="ns1:RatedBy" minOccurs="0"/>
                <xsd:element ref="ns1:Ratings" minOccurs="0"/>
                <xsd:element ref="ns1:LikesCount" minOccurs="0"/>
                <xsd:element ref="ns1:LikedBy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12" nillable="true" ma:displayName="Classificatie (0-5)" ma:decimals="2" ma:description="Gemiddelde waarde van alle classificaties die zijn ingediend" ma:internalName="AverageRating" ma:readOnly="true">
      <xsd:simpleType>
        <xsd:restriction base="dms:Number"/>
      </xsd:simpleType>
    </xsd:element>
    <xsd:element name="RatingCount" ma:index="13" nillable="true" ma:displayName="Aantal classificaties" ma:decimals="0" ma:description="Aantal ingediende classificaties" ma:internalName="RatingCount" ma:readOnly="true">
      <xsd:simpleType>
        <xsd:restriction base="dms:Number"/>
      </xsd:simpleType>
    </xsd:element>
    <xsd:element name="RatedBy" ma:index="14" nillable="true" ma:displayName="Beoordeeld door" ma:description="Gebruikers hebben het item beoordeeld." ma:hidden="true" ma:list="UserInfo" ma:internalName="Rat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atings" ma:index="15" nillable="true" ma:displayName="Gebruikersbeoordelingen" ma:description="Gebruikersbeoordelingen voor het item" ma:hidden="true" ma:internalName="Ratings">
      <xsd:simpleType>
        <xsd:restriction base="dms:Note"/>
      </xsd:simpleType>
    </xsd:element>
    <xsd:element name="LikesCount" ma:index="16" nillable="true" ma:displayName="Aantal Leuk" ma:internalName="LikesCount">
      <xsd:simpleType>
        <xsd:restriction base="dms:Unknown"/>
      </xsd:simpleType>
    </xsd:element>
    <xsd:element name="LikedBy" ma:index="17" nillable="true" ma:displayName="Leuk gevonden door" ma:hidden="true" ma:list="UserInfo" ma:internalName="Lik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ee09f9-b2cd-4b78-a8f2-5e7d32e389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8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2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8" nillable="true" ma:taxonomy="true" ma:internalName="lcf76f155ced4ddcb4097134ff3c332f" ma:taxonomyFieldName="MediaServiceImageTags" ma:displayName="Afbeeldingtags" ma:readOnly="false" ma:fieldId="{5cf76f15-5ced-4ddc-b409-7134ff3c332f}" ma:taxonomyMulti="true" ma:sspId="99d8cf7c-1fb3-445f-8cc4-e60fbd15d4a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3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d832a7-33dc-489a-b4be-e1afb522bc51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9" nillable="true" ma:displayName="Taxonomy Catch All Column" ma:hidden="true" ma:list="{e132e654-e4e1-48d2-8dc9-74896b1e2afa}" ma:internalName="TaxCatchAll" ma:showField="CatchAllData" ma:web="aed832a7-33dc-489a-b4be-e1afb522bc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kesCount xmlns="http://schemas.microsoft.com/sharepoint/v3" xsi:nil="true"/>
    <lcf76f155ced4ddcb4097134ff3c332f xmlns="1cee09f9-b2cd-4b78-a8f2-5e7d32e38957">
      <Terms xmlns="http://schemas.microsoft.com/office/infopath/2007/PartnerControls"/>
    </lcf76f155ced4ddcb4097134ff3c332f>
    <Ratings xmlns="http://schemas.microsoft.com/sharepoint/v3" xsi:nil="true"/>
    <LikedBy xmlns="http://schemas.microsoft.com/sharepoint/v3">
      <UserInfo>
        <DisplayName/>
        <AccountId xsi:nil="true"/>
        <AccountType/>
      </UserInfo>
    </LikedBy>
    <TaxCatchAll xmlns="aed832a7-33dc-489a-b4be-e1afb522bc51" xsi:nil="true"/>
    <RatedBy xmlns="http://schemas.microsoft.com/sharepoint/v3">
      <UserInfo>
        <DisplayName/>
        <AccountId xsi:nil="true"/>
        <AccountType/>
      </UserInfo>
    </RatedBy>
  </documentManagement>
</p:properties>
</file>

<file path=customXml/itemProps1.xml><?xml version="1.0" encoding="utf-8"?>
<ds:datastoreItem xmlns:ds="http://schemas.openxmlformats.org/officeDocument/2006/customXml" ds:itemID="{48DF84FA-22FE-4DAC-BEC0-25316B4CAAB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36E2CEF-1220-46A2-A2E4-9D385D2DD2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1cee09f9-b2cd-4b78-a8f2-5e7d32e38957"/>
    <ds:schemaRef ds:uri="aed832a7-33dc-489a-b4be-e1afb522bc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D633463-CBA7-4F4B-BBB2-2180426EC76D}">
  <ds:schemaRefs>
    <ds:schemaRef ds:uri="http://www.w3.org/XML/1998/namespace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1cee09f9-b2cd-4b78-a8f2-5e7d32e38957"/>
    <ds:schemaRef ds:uri="http://purl.org/dc/terms/"/>
    <ds:schemaRef ds:uri="http://purl.org/dc/dcmitype/"/>
    <ds:schemaRef ds:uri="aed832a7-33dc-489a-b4be-e1afb522bc51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714</TotalTime>
  <Words>1155</Words>
  <Application>Microsoft Office PowerPoint</Application>
  <PresentationFormat>Breedbeeld</PresentationFormat>
  <Paragraphs>98</Paragraphs>
  <Slides>11</Slides>
  <Notes>8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2</vt:i4>
      </vt:variant>
      <vt:variant>
        <vt:lpstr>Diatitels</vt:lpstr>
      </vt:variant>
      <vt:variant>
        <vt:i4>11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Symbol</vt:lpstr>
      <vt:lpstr>TBI Sans</vt:lpstr>
      <vt:lpstr>Verdana</vt:lpstr>
      <vt:lpstr>Kantoorthema</vt:lpstr>
      <vt:lpstr>TBI</vt:lpstr>
      <vt:lpstr>TITEL: Stagevoorstel &amp; Onderzoeksrichtingen onderwerp: Van Experiment naar Waarde: Innovatie bij TBI SSC-ICT    </vt:lpstr>
      <vt:lpstr>Agenda</vt:lpstr>
      <vt:lpstr>PowerPoint-presentatie</vt:lpstr>
      <vt:lpstr>De kernuitdaging</vt:lpstr>
      <vt:lpstr>3 Mogelijke Onderzoeksrichtingen (De Sporen)</vt:lpstr>
      <vt:lpstr>Spoor 1: IoT Migratie &amp; Waardecreatie</vt:lpstr>
      <vt:lpstr>Spoor 2: AI &amp; Knowledge Agents (TDI500)</vt:lpstr>
      <vt:lpstr>Spoor 3: Digital-to-Physical (3D Print)</vt:lpstr>
      <vt:lpstr>Vergelijking &amp; Keuze</vt:lpstr>
      <vt:lpstr>Volgende Stap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Tiyjudy, Marvel</dc:creator>
  <cp:lastModifiedBy>Tiyjudy, Marvel</cp:lastModifiedBy>
  <cp:revision>2</cp:revision>
  <dcterms:created xsi:type="dcterms:W3CDTF">2026-02-09T09:41:31Z</dcterms:created>
  <dcterms:modified xsi:type="dcterms:W3CDTF">2026-02-11T09:32:39Z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70ab553-a2b2-45e1-b7de-0c21c0c979b1_Enabled">
    <vt:lpwstr>true</vt:lpwstr>
  </property>
  <property fmtid="{D5CDD505-2E9C-101B-9397-08002B2CF9AE}" pid="3" name="MSIP_Label_770ab553-a2b2-45e1-b7de-0c21c0c979b1_SetDate">
    <vt:lpwstr>2026-02-09T10:45:24Z</vt:lpwstr>
  </property>
  <property fmtid="{D5CDD505-2E9C-101B-9397-08002B2CF9AE}" pid="4" name="MSIP_Label_770ab553-a2b2-45e1-b7de-0c21c0c979b1_Method">
    <vt:lpwstr>Standard</vt:lpwstr>
  </property>
  <property fmtid="{D5CDD505-2E9C-101B-9397-08002B2CF9AE}" pid="5" name="MSIP_Label_770ab553-a2b2-45e1-b7de-0c21c0c979b1_Name">
    <vt:lpwstr>TBI SSC TLP-Green</vt:lpwstr>
  </property>
  <property fmtid="{D5CDD505-2E9C-101B-9397-08002B2CF9AE}" pid="6" name="MSIP_Label_770ab553-a2b2-45e1-b7de-0c21c0c979b1_SiteId">
    <vt:lpwstr>f81d21f6-1c2a-48c4-bdb3-afd73305940c</vt:lpwstr>
  </property>
  <property fmtid="{D5CDD505-2E9C-101B-9397-08002B2CF9AE}" pid="7" name="MSIP_Label_770ab553-a2b2-45e1-b7de-0c21c0c979b1_ActionId">
    <vt:lpwstr>0ae5a1fa-b60b-4967-b1ae-1a31cddbe710</vt:lpwstr>
  </property>
  <property fmtid="{D5CDD505-2E9C-101B-9397-08002B2CF9AE}" pid="8" name="MSIP_Label_770ab553-a2b2-45e1-b7de-0c21c0c979b1_ContentBits">
    <vt:lpwstr>2</vt:lpwstr>
  </property>
  <property fmtid="{D5CDD505-2E9C-101B-9397-08002B2CF9AE}" pid="9" name="MSIP_Label_770ab553-a2b2-45e1-b7de-0c21c0c979b1_Tag">
    <vt:lpwstr>10, 3, 0, 1</vt:lpwstr>
  </property>
  <property fmtid="{D5CDD505-2E9C-101B-9397-08002B2CF9AE}" pid="10" name="ClassificationContentMarkingFooterLocations">
    <vt:lpwstr>Kantoorthema:8</vt:lpwstr>
  </property>
  <property fmtid="{D5CDD505-2E9C-101B-9397-08002B2CF9AE}" pid="11" name="ClassificationContentMarkingFooterText">
    <vt:lpwstr>Classificatieniveau TLP:GREEN</vt:lpwstr>
  </property>
  <property fmtid="{D5CDD505-2E9C-101B-9397-08002B2CF9AE}" pid="12" name="ContentTypeId">
    <vt:lpwstr>0x0101002AB683F714D34344B1D501E195D85D7B</vt:lpwstr>
  </property>
  <property fmtid="{D5CDD505-2E9C-101B-9397-08002B2CF9AE}" pid="13" name="MediaServiceImageTags">
    <vt:lpwstr/>
  </property>
</Properties>
</file>